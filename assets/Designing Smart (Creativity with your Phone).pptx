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x="18288000" cy="10287000"/>
  <p:notesSz cx="6858000" cy="9144000"/>
  <p:embeddedFontLst>
    <p:embeddedFont>
      <p:font typeface="Raleway Bold" charset="1" panose="00000000000000000000"/>
      <p:regular r:id="rId21"/>
    </p:embeddedFont>
    <p:embeddedFont>
      <p:font typeface="Raleway" charset="1" panose="00000000000000000000"/>
      <p:regular r:id="rId22"/>
    </p:embeddedFont>
    <p:embeddedFont>
      <p:font typeface="Montserrat" charset="1" panose="00000500000000000000"/>
      <p:regular r:id="rId23"/>
    </p:embeddedFont>
    <p:embeddedFont>
      <p:font typeface="Raleway Heavy" charset="1" panose="00000000000000000000"/>
      <p:regular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pn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png" Type="http://schemas.openxmlformats.org/officeDocument/2006/relationships/image"/><Relationship Id="rId7" Target="../media/image8.png" Type="http://schemas.openxmlformats.org/officeDocument/2006/relationships/image"/><Relationship Id="rId8" Target="../media/image9.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png" Type="http://schemas.openxmlformats.org/officeDocument/2006/relationships/image"/><Relationship Id="rId7" Target="../media/image10.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jpeg" Type="http://schemas.openxmlformats.org/officeDocument/2006/relationships/image"/><Relationship Id="rId3" Target="../media/image12.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jpeg" Type="http://schemas.openxmlformats.org/officeDocument/2006/relationships/image"/><Relationship Id="rId3" Target="../media/image14.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png" Type="http://schemas.openxmlformats.org/officeDocument/2006/relationships/image"/><Relationship Id="rId7" Target="../media/image15.png" Type="http://schemas.openxmlformats.org/officeDocument/2006/relationships/image"/><Relationship Id="rId8" Target="../media/image16.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png" Type="http://schemas.openxmlformats.org/officeDocument/2006/relationships/image"/><Relationship Id="rId7" Target="../media/image17.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4.png" Type="http://schemas.openxmlformats.org/officeDocument/2006/relationships/image"/><Relationship Id="rId4" Target="../media/image5.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B0800"/>
        </a:solidFill>
      </p:bgPr>
    </p:bg>
    <p:spTree>
      <p:nvGrpSpPr>
        <p:cNvPr id="1" name=""/>
        <p:cNvGrpSpPr/>
        <p:nvPr/>
      </p:nvGrpSpPr>
      <p:grpSpPr>
        <a:xfrm>
          <a:off x="0" y="0"/>
          <a:ext cx="0" cy="0"/>
          <a:chOff x="0" y="0"/>
          <a:chExt cx="0" cy="0"/>
        </a:xfrm>
      </p:grpSpPr>
      <p:sp>
        <p:nvSpPr>
          <p:cNvPr name="Freeform 2" id="2"/>
          <p:cNvSpPr/>
          <p:nvPr/>
        </p:nvSpPr>
        <p:spPr>
          <a:xfrm flipH="false" flipV="false" rot="0">
            <a:off x="-12329008" y="1513162"/>
            <a:ext cx="17956749" cy="18046984"/>
          </a:xfrm>
          <a:custGeom>
            <a:avLst/>
            <a:gdLst/>
            <a:ahLst/>
            <a:cxnLst/>
            <a:rect r="r" b="b" t="t" l="l"/>
            <a:pathLst>
              <a:path h="18046984" w="17956749">
                <a:moveTo>
                  <a:pt x="0" y="0"/>
                </a:moveTo>
                <a:lnTo>
                  <a:pt x="17956749" y="0"/>
                </a:lnTo>
                <a:lnTo>
                  <a:pt x="17956749" y="18046985"/>
                </a:lnTo>
                <a:lnTo>
                  <a:pt x="0" y="18046985"/>
                </a:lnTo>
                <a:lnTo>
                  <a:pt x="0" y="0"/>
                </a:lnTo>
                <a:close/>
              </a:path>
            </a:pathLst>
          </a:custGeom>
          <a:blipFill>
            <a:blip r:embed="rId2"/>
            <a:stretch>
              <a:fillRect l="0" t="0" r="0" b="0"/>
            </a:stretch>
          </a:blipFill>
        </p:spPr>
      </p:sp>
      <p:sp>
        <p:nvSpPr>
          <p:cNvPr name="Freeform 3" id="3"/>
          <p:cNvSpPr/>
          <p:nvPr/>
        </p:nvSpPr>
        <p:spPr>
          <a:xfrm flipH="false" flipV="false" rot="0">
            <a:off x="6330741" y="-10904054"/>
            <a:ext cx="17956749" cy="18046984"/>
          </a:xfrm>
          <a:custGeom>
            <a:avLst/>
            <a:gdLst/>
            <a:ahLst/>
            <a:cxnLst/>
            <a:rect r="r" b="b" t="t" l="l"/>
            <a:pathLst>
              <a:path h="18046984" w="17956749">
                <a:moveTo>
                  <a:pt x="0" y="0"/>
                </a:moveTo>
                <a:lnTo>
                  <a:pt x="17956749" y="0"/>
                </a:lnTo>
                <a:lnTo>
                  <a:pt x="17956749" y="18046984"/>
                </a:lnTo>
                <a:lnTo>
                  <a:pt x="0" y="18046984"/>
                </a:lnTo>
                <a:lnTo>
                  <a:pt x="0" y="0"/>
                </a:lnTo>
                <a:close/>
              </a:path>
            </a:pathLst>
          </a:custGeom>
          <a:blipFill>
            <a:blip r:embed="rId2"/>
            <a:stretch>
              <a:fillRect l="0" t="0" r="0" b="0"/>
            </a:stretch>
          </a:blipFill>
        </p:spPr>
      </p:sp>
      <p:sp>
        <p:nvSpPr>
          <p:cNvPr name="TextBox 4" id="4"/>
          <p:cNvSpPr txBox="true"/>
          <p:nvPr/>
        </p:nvSpPr>
        <p:spPr>
          <a:xfrm rot="0">
            <a:off x="3001719" y="2401249"/>
            <a:ext cx="16193242" cy="3207892"/>
          </a:xfrm>
          <a:prstGeom prst="rect">
            <a:avLst/>
          </a:prstGeom>
        </p:spPr>
        <p:txBody>
          <a:bodyPr anchor="t" rtlCol="false" tIns="0" lIns="0" bIns="0" rIns="0">
            <a:spAutoFit/>
          </a:bodyPr>
          <a:lstStyle/>
          <a:p>
            <a:pPr algn="l">
              <a:lnSpc>
                <a:spcPts val="12378"/>
              </a:lnSpc>
              <a:spcBef>
                <a:spcPct val="0"/>
              </a:spcBef>
            </a:pPr>
            <a:r>
              <a:rPr lang="en-US" b="true" sz="11902">
                <a:solidFill>
                  <a:srgbClr val="FFFFFF"/>
                </a:solidFill>
                <a:latin typeface="Raleway Bold"/>
                <a:ea typeface="Raleway Bold"/>
                <a:cs typeface="Raleway Bold"/>
                <a:sym typeface="Raleway Bold"/>
              </a:rPr>
              <a:t>The Code Behind Creativity</a:t>
            </a:r>
          </a:p>
        </p:txBody>
      </p:sp>
      <p:sp>
        <p:nvSpPr>
          <p:cNvPr name="Freeform 5" id="5"/>
          <p:cNvSpPr/>
          <p:nvPr/>
        </p:nvSpPr>
        <p:spPr>
          <a:xfrm flipH="false" flipV="false" rot="0">
            <a:off x="13892534" y="4687248"/>
            <a:ext cx="912505" cy="912505"/>
          </a:xfrm>
          <a:custGeom>
            <a:avLst/>
            <a:gdLst/>
            <a:ahLst/>
            <a:cxnLst/>
            <a:rect r="r" b="b" t="t" l="l"/>
            <a:pathLst>
              <a:path h="912505" w="912505">
                <a:moveTo>
                  <a:pt x="0" y="0"/>
                </a:moveTo>
                <a:lnTo>
                  <a:pt x="912505" y="0"/>
                </a:lnTo>
                <a:lnTo>
                  <a:pt x="912505" y="912504"/>
                </a:lnTo>
                <a:lnTo>
                  <a:pt x="0" y="91250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6" id="6"/>
          <p:cNvGrpSpPr/>
          <p:nvPr/>
        </p:nvGrpSpPr>
        <p:grpSpPr>
          <a:xfrm rot="0">
            <a:off x="15361577" y="986553"/>
            <a:ext cx="667852" cy="667852"/>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lnTo>
                    <a:pt x="485289" y="111986"/>
                  </a:lnTo>
                  <a:lnTo>
                    <a:pt x="609600" y="54447"/>
                  </a:lnTo>
                  <a:lnTo>
                    <a:pt x="621927" y="190873"/>
                  </a:lnTo>
                  <a:lnTo>
                    <a:pt x="758353" y="203200"/>
                  </a:lnTo>
                  <a:lnTo>
                    <a:pt x="700814" y="327511"/>
                  </a:lnTo>
                  <a:lnTo>
                    <a:pt x="812800" y="406400"/>
                  </a:lnTo>
                  <a:lnTo>
                    <a:pt x="700814" y="485289"/>
                  </a:lnTo>
                  <a:lnTo>
                    <a:pt x="758353" y="609600"/>
                  </a:lnTo>
                  <a:lnTo>
                    <a:pt x="621927" y="621927"/>
                  </a:lnTo>
                  <a:lnTo>
                    <a:pt x="609600" y="758353"/>
                  </a:lnTo>
                  <a:lnTo>
                    <a:pt x="485289" y="700814"/>
                  </a:lnTo>
                  <a:lnTo>
                    <a:pt x="406400" y="812800"/>
                  </a:lnTo>
                  <a:lnTo>
                    <a:pt x="327511" y="700814"/>
                  </a:lnTo>
                  <a:lnTo>
                    <a:pt x="203200" y="758353"/>
                  </a:lnTo>
                  <a:lnTo>
                    <a:pt x="190873" y="621927"/>
                  </a:lnTo>
                  <a:lnTo>
                    <a:pt x="54447" y="609600"/>
                  </a:lnTo>
                  <a:lnTo>
                    <a:pt x="111986" y="485289"/>
                  </a:lnTo>
                  <a:lnTo>
                    <a:pt x="0" y="406400"/>
                  </a:lnTo>
                  <a:lnTo>
                    <a:pt x="111986" y="327511"/>
                  </a:lnTo>
                  <a:lnTo>
                    <a:pt x="54447" y="203200"/>
                  </a:lnTo>
                  <a:lnTo>
                    <a:pt x="190873" y="190873"/>
                  </a:lnTo>
                  <a:lnTo>
                    <a:pt x="203200" y="54447"/>
                  </a:lnTo>
                  <a:lnTo>
                    <a:pt x="327511" y="111986"/>
                  </a:lnTo>
                  <a:lnTo>
                    <a:pt x="406400" y="0"/>
                  </a:lnTo>
                  <a:close/>
                </a:path>
              </a:pathLst>
            </a:custGeom>
            <a:solidFill>
              <a:srgbClr val="F2F1EB"/>
            </a:solidFill>
          </p:spPr>
        </p:sp>
        <p:sp>
          <p:nvSpPr>
            <p:cNvPr name="TextBox 8" id="8"/>
            <p:cNvSpPr txBox="true"/>
            <p:nvPr/>
          </p:nvSpPr>
          <p:spPr>
            <a:xfrm>
              <a:off x="127000" y="155575"/>
              <a:ext cx="558800" cy="530225"/>
            </a:xfrm>
            <a:prstGeom prst="rect">
              <a:avLst/>
            </a:prstGeom>
          </p:spPr>
          <p:txBody>
            <a:bodyPr anchor="ctr" rtlCol="false" tIns="50800" lIns="50800" bIns="50800" rIns="50800"/>
            <a:lstStyle/>
            <a:p>
              <a:pPr algn="ctr">
                <a:lnSpc>
                  <a:spcPts val="2661"/>
                </a:lnSpc>
              </a:pPr>
            </a:p>
          </p:txBody>
        </p:sp>
      </p:grpSp>
      <p:sp>
        <p:nvSpPr>
          <p:cNvPr name="Freeform 9" id="9"/>
          <p:cNvSpPr/>
          <p:nvPr/>
        </p:nvSpPr>
        <p:spPr>
          <a:xfrm flipH="true" flipV="false" rot="0">
            <a:off x="16998830" y="8999755"/>
            <a:ext cx="416017" cy="418299"/>
          </a:xfrm>
          <a:custGeom>
            <a:avLst/>
            <a:gdLst/>
            <a:ahLst/>
            <a:cxnLst/>
            <a:rect r="r" b="b" t="t" l="l"/>
            <a:pathLst>
              <a:path h="418299" w="416017">
                <a:moveTo>
                  <a:pt x="416017" y="0"/>
                </a:moveTo>
                <a:lnTo>
                  <a:pt x="0" y="0"/>
                </a:lnTo>
                <a:lnTo>
                  <a:pt x="0" y="418299"/>
                </a:lnTo>
                <a:lnTo>
                  <a:pt x="416017" y="418299"/>
                </a:lnTo>
                <a:lnTo>
                  <a:pt x="416017" y="0"/>
                </a:lnTo>
                <a:close/>
              </a:path>
            </a:pathLst>
          </a:custGeom>
          <a:blipFill>
            <a:blip r:embed="rId5"/>
            <a:stretch>
              <a:fillRect l="0" t="0" r="0" b="0"/>
            </a:stretch>
          </a:blipFill>
        </p:spPr>
      </p:sp>
      <p:sp>
        <p:nvSpPr>
          <p:cNvPr name="TextBox 10" id="10"/>
          <p:cNvSpPr txBox="true"/>
          <p:nvPr/>
        </p:nvSpPr>
        <p:spPr>
          <a:xfrm rot="0">
            <a:off x="3001719" y="8835107"/>
            <a:ext cx="3631063" cy="345235"/>
          </a:xfrm>
          <a:prstGeom prst="rect">
            <a:avLst/>
          </a:prstGeom>
        </p:spPr>
        <p:txBody>
          <a:bodyPr anchor="t" rtlCol="false" tIns="0" lIns="0" bIns="0" rIns="0">
            <a:spAutoFit/>
          </a:bodyPr>
          <a:lstStyle/>
          <a:p>
            <a:pPr algn="l">
              <a:lnSpc>
                <a:spcPts val="2557"/>
              </a:lnSpc>
              <a:spcBef>
                <a:spcPct val="0"/>
              </a:spcBef>
            </a:pPr>
            <a:r>
              <a:rPr lang="en-US" sz="2458">
                <a:solidFill>
                  <a:srgbClr val="FFFFFF"/>
                </a:solidFill>
                <a:latin typeface="Raleway"/>
                <a:ea typeface="Raleway"/>
                <a:cs typeface="Raleway"/>
                <a:sym typeface="Raleway"/>
              </a:rPr>
              <a:t>Presented by</a:t>
            </a:r>
          </a:p>
        </p:txBody>
      </p:sp>
      <p:sp>
        <p:nvSpPr>
          <p:cNvPr name="TextBox 11" id="11"/>
          <p:cNvSpPr txBox="true"/>
          <p:nvPr/>
        </p:nvSpPr>
        <p:spPr>
          <a:xfrm rot="0">
            <a:off x="3001719" y="9237479"/>
            <a:ext cx="3631063" cy="422070"/>
          </a:xfrm>
          <a:prstGeom prst="rect">
            <a:avLst/>
          </a:prstGeom>
        </p:spPr>
        <p:txBody>
          <a:bodyPr anchor="t" rtlCol="false" tIns="0" lIns="0" bIns="0" rIns="0">
            <a:spAutoFit/>
          </a:bodyPr>
          <a:lstStyle/>
          <a:p>
            <a:pPr algn="l">
              <a:lnSpc>
                <a:spcPts val="3076"/>
              </a:lnSpc>
              <a:spcBef>
                <a:spcPct val="0"/>
              </a:spcBef>
            </a:pPr>
            <a:r>
              <a:rPr lang="en-US" b="true" sz="2958">
                <a:solidFill>
                  <a:srgbClr val="FFFFFF"/>
                </a:solidFill>
                <a:latin typeface="Raleway Bold"/>
                <a:ea typeface="Raleway Bold"/>
                <a:cs typeface="Raleway Bold"/>
                <a:sym typeface="Raleway Bold"/>
              </a:rPr>
              <a:t>VICTOR A.I</a:t>
            </a:r>
          </a:p>
        </p:txBody>
      </p:sp>
      <p:sp>
        <p:nvSpPr>
          <p:cNvPr name="TextBox 12" id="12"/>
          <p:cNvSpPr txBox="true"/>
          <p:nvPr/>
        </p:nvSpPr>
        <p:spPr>
          <a:xfrm rot="0">
            <a:off x="15309115" y="9072819"/>
            <a:ext cx="1716617" cy="345235"/>
          </a:xfrm>
          <a:prstGeom prst="rect">
            <a:avLst/>
          </a:prstGeom>
        </p:spPr>
        <p:txBody>
          <a:bodyPr anchor="t" rtlCol="false" tIns="0" lIns="0" bIns="0" rIns="0">
            <a:spAutoFit/>
          </a:bodyPr>
          <a:lstStyle/>
          <a:p>
            <a:pPr algn="l">
              <a:lnSpc>
                <a:spcPts val="2557"/>
              </a:lnSpc>
              <a:spcBef>
                <a:spcPct val="0"/>
              </a:spcBef>
            </a:pPr>
            <a:r>
              <a:rPr lang="en-US" sz="2458">
                <a:solidFill>
                  <a:srgbClr val="FFFFFF"/>
                </a:solidFill>
                <a:latin typeface="Raleway"/>
                <a:ea typeface="Raleway"/>
                <a:cs typeface="Raleway"/>
                <a:sym typeface="Raleway"/>
              </a:rPr>
              <a:t>Next Slide</a:t>
            </a:r>
          </a:p>
        </p:txBody>
      </p:sp>
      <p:sp>
        <p:nvSpPr>
          <p:cNvPr name="TextBox 13" id="13"/>
          <p:cNvSpPr txBox="true"/>
          <p:nvPr/>
        </p:nvSpPr>
        <p:spPr>
          <a:xfrm rot="-5400000">
            <a:off x="129306" y="8871810"/>
            <a:ext cx="1078468" cy="243254"/>
          </a:xfrm>
          <a:prstGeom prst="rect">
            <a:avLst/>
          </a:prstGeom>
        </p:spPr>
        <p:txBody>
          <a:bodyPr anchor="t" rtlCol="false" tIns="0" lIns="0" bIns="0" rIns="0">
            <a:spAutoFit/>
          </a:bodyPr>
          <a:lstStyle/>
          <a:p>
            <a:pPr algn="ctr">
              <a:lnSpc>
                <a:spcPts val="1725"/>
              </a:lnSpc>
              <a:spcBef>
                <a:spcPct val="0"/>
              </a:spcBef>
            </a:pPr>
            <a:r>
              <a:rPr lang="en-US" sz="1658">
                <a:solidFill>
                  <a:srgbClr val="FFFFFF"/>
                </a:solidFill>
                <a:latin typeface="Raleway"/>
                <a:ea typeface="Raleway"/>
                <a:cs typeface="Raleway"/>
                <a:sym typeface="Raleway"/>
              </a:rPr>
              <a:t>Page 1</a:t>
            </a:r>
          </a:p>
        </p:txBody>
      </p:sp>
      <p:grpSp>
        <p:nvGrpSpPr>
          <p:cNvPr name="Group 14" id="14"/>
          <p:cNvGrpSpPr/>
          <p:nvPr/>
        </p:nvGrpSpPr>
        <p:grpSpPr>
          <a:xfrm rot="-6765282">
            <a:off x="13926154" y="6114675"/>
            <a:ext cx="6145352" cy="6606757"/>
            <a:chOff x="0" y="0"/>
            <a:chExt cx="859766" cy="924319"/>
          </a:xfrm>
        </p:grpSpPr>
        <p:sp>
          <p:nvSpPr>
            <p:cNvPr name="Freeform 15" id="15"/>
            <p:cNvSpPr/>
            <p:nvPr/>
          </p:nvSpPr>
          <p:spPr>
            <a:xfrm flipH="false" flipV="false" rot="0">
              <a:off x="0" y="0"/>
              <a:ext cx="859766" cy="924319"/>
            </a:xfrm>
            <a:custGeom>
              <a:avLst/>
              <a:gdLst/>
              <a:ahLst/>
              <a:cxnLst/>
              <a:rect r="r" b="b" t="t" l="l"/>
              <a:pathLst>
                <a:path h="924319" w="859766">
                  <a:moveTo>
                    <a:pt x="429883" y="0"/>
                  </a:moveTo>
                  <a:cubicBezTo>
                    <a:pt x="192465" y="0"/>
                    <a:pt x="0" y="206916"/>
                    <a:pt x="0" y="462160"/>
                  </a:cubicBezTo>
                  <a:cubicBezTo>
                    <a:pt x="0" y="717403"/>
                    <a:pt x="192465" y="924319"/>
                    <a:pt x="429883" y="924319"/>
                  </a:cubicBezTo>
                  <a:cubicBezTo>
                    <a:pt x="667301" y="924319"/>
                    <a:pt x="859766" y="717403"/>
                    <a:pt x="859766" y="462160"/>
                  </a:cubicBezTo>
                  <a:cubicBezTo>
                    <a:pt x="859766" y="206916"/>
                    <a:pt x="667301" y="0"/>
                    <a:pt x="429883" y="0"/>
                  </a:cubicBezTo>
                  <a:close/>
                </a:path>
              </a:pathLst>
            </a:custGeom>
            <a:solidFill>
              <a:srgbClr val="000000">
                <a:alpha val="0"/>
              </a:srgbClr>
            </a:solidFill>
            <a:ln w="952500" cap="sq">
              <a:gradFill>
                <a:gsLst>
                  <a:gs pos="0">
                    <a:srgbClr val="F7E0E1">
                      <a:alpha val="0"/>
                    </a:srgbClr>
                  </a:gs>
                  <a:gs pos="50000">
                    <a:srgbClr val="0C4003">
                      <a:alpha val="100000"/>
                    </a:srgbClr>
                  </a:gs>
                  <a:gs pos="100000">
                    <a:srgbClr val="FFF506">
                      <a:alpha val="100000"/>
                    </a:srgbClr>
                  </a:gs>
                </a:gsLst>
                <a:lin ang="2700000"/>
              </a:gradFill>
              <a:prstDash val="solid"/>
              <a:miter/>
            </a:ln>
          </p:spPr>
        </p:sp>
        <p:sp>
          <p:nvSpPr>
            <p:cNvPr name="TextBox 16" id="16"/>
            <p:cNvSpPr txBox="true"/>
            <p:nvPr/>
          </p:nvSpPr>
          <p:spPr>
            <a:xfrm>
              <a:off x="80603" y="115230"/>
              <a:ext cx="698560" cy="722434"/>
            </a:xfrm>
            <a:prstGeom prst="rect">
              <a:avLst/>
            </a:prstGeom>
          </p:spPr>
          <p:txBody>
            <a:bodyPr anchor="ctr" rtlCol="false" tIns="50800" lIns="50800" bIns="50800" rIns="50800"/>
            <a:lstStyle/>
            <a:p>
              <a:pPr algn="ctr">
                <a:lnSpc>
                  <a:spcPts val="2557"/>
                </a:lnSpc>
              </a:pPr>
            </a:p>
          </p:txBody>
        </p:sp>
      </p:grpSp>
      <p:grpSp>
        <p:nvGrpSpPr>
          <p:cNvPr name="Group 17" id="17"/>
          <p:cNvGrpSpPr/>
          <p:nvPr/>
        </p:nvGrpSpPr>
        <p:grpSpPr>
          <a:xfrm rot="0">
            <a:off x="-3350634" y="-3425918"/>
            <a:ext cx="5809652" cy="5809652"/>
            <a:chOff x="0" y="0"/>
            <a:chExt cx="812800" cy="812800"/>
          </a:xfrm>
        </p:grpSpPr>
        <p:sp>
          <p:nvSpPr>
            <p:cNvPr name="Freeform 18" id="1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gradFill>
                <a:gsLst>
                  <a:gs pos="0">
                    <a:srgbClr val="F7E0E1">
                      <a:alpha val="0"/>
                    </a:srgbClr>
                  </a:gs>
                  <a:gs pos="50000">
                    <a:srgbClr val="0C4003">
                      <a:alpha val="100000"/>
                    </a:srgbClr>
                  </a:gs>
                  <a:gs pos="100000">
                    <a:srgbClr val="FFF506">
                      <a:alpha val="100000"/>
                    </a:srgbClr>
                  </a:gs>
                </a:gsLst>
                <a:lin ang="2700000"/>
              </a:gradFill>
              <a:prstDash val="solid"/>
              <a:miter/>
            </a:ln>
          </p:spPr>
        </p:sp>
        <p:sp>
          <p:nvSpPr>
            <p:cNvPr name="TextBox 19" id="19"/>
            <p:cNvSpPr txBox="true"/>
            <p:nvPr/>
          </p:nvSpPr>
          <p:spPr>
            <a:xfrm>
              <a:off x="76200" y="104775"/>
              <a:ext cx="660400" cy="631825"/>
            </a:xfrm>
            <a:prstGeom prst="rect">
              <a:avLst/>
            </a:prstGeom>
          </p:spPr>
          <p:txBody>
            <a:bodyPr anchor="ctr" rtlCol="false" tIns="50800" lIns="50800" bIns="50800" rIns="50800"/>
            <a:lstStyle/>
            <a:p>
              <a:pPr algn="ctr">
                <a:lnSpc>
                  <a:spcPts val="2557"/>
                </a:lnSpc>
              </a:pPr>
            </a:p>
          </p:txBody>
        </p:sp>
      </p:grpSp>
      <p:sp>
        <p:nvSpPr>
          <p:cNvPr name="Freeform 20" id="20"/>
          <p:cNvSpPr/>
          <p:nvPr/>
        </p:nvSpPr>
        <p:spPr>
          <a:xfrm flipH="false" flipV="false" rot="0">
            <a:off x="3001719" y="310282"/>
            <a:ext cx="4739427" cy="1765583"/>
          </a:xfrm>
          <a:custGeom>
            <a:avLst/>
            <a:gdLst/>
            <a:ahLst/>
            <a:cxnLst/>
            <a:rect r="r" b="b" t="t" l="l"/>
            <a:pathLst>
              <a:path h="1765583" w="4739427">
                <a:moveTo>
                  <a:pt x="0" y="0"/>
                </a:moveTo>
                <a:lnTo>
                  <a:pt x="4739427" y="0"/>
                </a:lnTo>
                <a:lnTo>
                  <a:pt x="4739427" y="1765583"/>
                </a:lnTo>
                <a:lnTo>
                  <a:pt x="0" y="1765583"/>
                </a:lnTo>
                <a:lnTo>
                  <a:pt x="0" y="0"/>
                </a:lnTo>
                <a:close/>
              </a:path>
            </a:pathLst>
          </a:custGeom>
          <a:blipFill>
            <a:blip r:embed="rId6"/>
            <a:stretch>
              <a:fillRect l="-11615" t="0" r="-1272" b="0"/>
            </a:stretch>
          </a:blipFill>
        </p:spPr>
      </p:sp>
      <p:sp>
        <p:nvSpPr>
          <p:cNvPr name="TextBox 21" id="21"/>
          <p:cNvSpPr txBox="true"/>
          <p:nvPr/>
        </p:nvSpPr>
        <p:spPr>
          <a:xfrm rot="0">
            <a:off x="16315179" y="1221648"/>
            <a:ext cx="944121" cy="291514"/>
          </a:xfrm>
          <a:prstGeom prst="rect">
            <a:avLst/>
          </a:prstGeom>
        </p:spPr>
        <p:txBody>
          <a:bodyPr anchor="t" rtlCol="false" tIns="0" lIns="0" bIns="0" rIns="0">
            <a:spAutoFit/>
          </a:bodyPr>
          <a:lstStyle/>
          <a:p>
            <a:pPr algn="l">
              <a:lnSpc>
                <a:spcPts val="2245"/>
              </a:lnSpc>
              <a:spcBef>
                <a:spcPct val="0"/>
              </a:spcBef>
            </a:pPr>
            <a:r>
              <a:rPr lang="en-US" sz="2158">
                <a:solidFill>
                  <a:srgbClr val="FFFFFF"/>
                </a:solidFill>
                <a:latin typeface="Montserrat"/>
                <a:ea typeface="Montserrat"/>
                <a:cs typeface="Montserrat"/>
                <a:sym typeface="Montserrat"/>
              </a:rPr>
              <a:t>2025</a:t>
            </a:r>
          </a:p>
        </p:txBody>
      </p:sp>
      <p:sp>
        <p:nvSpPr>
          <p:cNvPr name="TextBox 22" id="22"/>
          <p:cNvSpPr txBox="true"/>
          <p:nvPr/>
        </p:nvSpPr>
        <p:spPr>
          <a:xfrm rot="0">
            <a:off x="3001719" y="6174887"/>
            <a:ext cx="10890815" cy="1958058"/>
          </a:xfrm>
          <a:prstGeom prst="rect">
            <a:avLst/>
          </a:prstGeom>
        </p:spPr>
        <p:txBody>
          <a:bodyPr anchor="t" rtlCol="false" tIns="0" lIns="0" bIns="0" rIns="0">
            <a:spAutoFit/>
          </a:bodyPr>
          <a:lstStyle/>
          <a:p>
            <a:pPr algn="l">
              <a:lnSpc>
                <a:spcPts val="5058"/>
              </a:lnSpc>
            </a:pPr>
            <a:r>
              <a:rPr lang="en-US" sz="4863" b="true">
                <a:solidFill>
                  <a:srgbClr val="FFFFFF"/>
                </a:solidFill>
                <a:latin typeface="Raleway Bold"/>
                <a:ea typeface="Raleway Bold"/>
                <a:cs typeface="Raleway Bold"/>
                <a:sym typeface="Raleway Bold"/>
              </a:rPr>
              <a:t>Designing Smart: Creativity with your Phone</a:t>
            </a:r>
          </a:p>
          <a:p>
            <a:pPr algn="l">
              <a:lnSpc>
                <a:spcPts val="5058"/>
              </a:lnSpc>
              <a:spcBef>
                <a:spcPct val="0"/>
              </a:spcBef>
            </a:pP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0B0800"/>
        </a:solidFill>
      </p:bgPr>
    </p:bg>
    <p:spTree>
      <p:nvGrpSpPr>
        <p:cNvPr id="1" name=""/>
        <p:cNvGrpSpPr/>
        <p:nvPr/>
      </p:nvGrpSpPr>
      <p:grpSpPr>
        <a:xfrm>
          <a:off x="0" y="0"/>
          <a:ext cx="0" cy="0"/>
          <a:chOff x="0" y="0"/>
          <a:chExt cx="0" cy="0"/>
        </a:xfrm>
      </p:grpSpPr>
      <p:sp>
        <p:nvSpPr>
          <p:cNvPr name="Freeform 2" id="2"/>
          <p:cNvSpPr/>
          <p:nvPr/>
        </p:nvSpPr>
        <p:spPr>
          <a:xfrm flipH="false" flipV="false" rot="0">
            <a:off x="-12329008" y="1513162"/>
            <a:ext cx="17956749" cy="18046984"/>
          </a:xfrm>
          <a:custGeom>
            <a:avLst/>
            <a:gdLst/>
            <a:ahLst/>
            <a:cxnLst/>
            <a:rect r="r" b="b" t="t" l="l"/>
            <a:pathLst>
              <a:path h="18046984" w="17956749">
                <a:moveTo>
                  <a:pt x="0" y="0"/>
                </a:moveTo>
                <a:lnTo>
                  <a:pt x="17956749" y="0"/>
                </a:lnTo>
                <a:lnTo>
                  <a:pt x="17956749" y="18046985"/>
                </a:lnTo>
                <a:lnTo>
                  <a:pt x="0" y="18046985"/>
                </a:lnTo>
                <a:lnTo>
                  <a:pt x="0" y="0"/>
                </a:lnTo>
                <a:close/>
              </a:path>
            </a:pathLst>
          </a:custGeom>
          <a:blipFill>
            <a:blip r:embed="rId2"/>
            <a:stretch>
              <a:fillRect l="0" t="0" r="0" b="0"/>
            </a:stretch>
          </a:blipFill>
        </p:spPr>
      </p:sp>
      <p:sp>
        <p:nvSpPr>
          <p:cNvPr name="Freeform 3" id="3"/>
          <p:cNvSpPr/>
          <p:nvPr/>
        </p:nvSpPr>
        <p:spPr>
          <a:xfrm flipH="false" flipV="false" rot="0">
            <a:off x="6330741" y="-10904054"/>
            <a:ext cx="17956749" cy="18046984"/>
          </a:xfrm>
          <a:custGeom>
            <a:avLst/>
            <a:gdLst/>
            <a:ahLst/>
            <a:cxnLst/>
            <a:rect r="r" b="b" t="t" l="l"/>
            <a:pathLst>
              <a:path h="18046984" w="17956749">
                <a:moveTo>
                  <a:pt x="0" y="0"/>
                </a:moveTo>
                <a:lnTo>
                  <a:pt x="17956749" y="0"/>
                </a:lnTo>
                <a:lnTo>
                  <a:pt x="17956749" y="18046984"/>
                </a:lnTo>
                <a:lnTo>
                  <a:pt x="0" y="18046984"/>
                </a:lnTo>
                <a:lnTo>
                  <a:pt x="0" y="0"/>
                </a:lnTo>
                <a:close/>
              </a:path>
            </a:pathLst>
          </a:custGeom>
          <a:blipFill>
            <a:blip r:embed="rId2"/>
            <a:stretch>
              <a:fillRect l="0" t="0" r="0" b="0"/>
            </a:stretch>
          </a:blipFill>
        </p:spPr>
      </p:sp>
      <p:sp>
        <p:nvSpPr>
          <p:cNvPr name="TextBox 4" id="4"/>
          <p:cNvSpPr txBox="true"/>
          <p:nvPr/>
        </p:nvSpPr>
        <p:spPr>
          <a:xfrm rot="0">
            <a:off x="1740370" y="2494861"/>
            <a:ext cx="14590617" cy="2892493"/>
          </a:xfrm>
          <a:prstGeom prst="rect">
            <a:avLst/>
          </a:prstGeom>
        </p:spPr>
        <p:txBody>
          <a:bodyPr anchor="t" rtlCol="false" tIns="0" lIns="0" bIns="0" rIns="0">
            <a:spAutoFit/>
          </a:bodyPr>
          <a:lstStyle/>
          <a:p>
            <a:pPr algn="l">
              <a:lnSpc>
                <a:spcPts val="11153"/>
              </a:lnSpc>
              <a:spcBef>
                <a:spcPct val="0"/>
              </a:spcBef>
            </a:pPr>
            <a:r>
              <a:rPr lang="en-US" b="true" sz="10724">
                <a:solidFill>
                  <a:srgbClr val="FFFFFF"/>
                </a:solidFill>
                <a:latin typeface="Raleway Bold"/>
                <a:ea typeface="Raleway Bold"/>
                <a:cs typeface="Raleway Bold"/>
                <a:sym typeface="Raleway Bold"/>
              </a:rPr>
              <a:t>Welcome &amp; quick self-introduction</a:t>
            </a:r>
          </a:p>
        </p:txBody>
      </p:sp>
      <p:sp>
        <p:nvSpPr>
          <p:cNvPr name="Freeform 5" id="5"/>
          <p:cNvSpPr/>
          <p:nvPr/>
        </p:nvSpPr>
        <p:spPr>
          <a:xfrm flipH="false" flipV="false" rot="0">
            <a:off x="15874735" y="6763945"/>
            <a:ext cx="912505" cy="912505"/>
          </a:xfrm>
          <a:custGeom>
            <a:avLst/>
            <a:gdLst/>
            <a:ahLst/>
            <a:cxnLst/>
            <a:rect r="r" b="b" t="t" l="l"/>
            <a:pathLst>
              <a:path h="912505" w="912505">
                <a:moveTo>
                  <a:pt x="0" y="0"/>
                </a:moveTo>
                <a:lnTo>
                  <a:pt x="912505" y="0"/>
                </a:lnTo>
                <a:lnTo>
                  <a:pt x="912505" y="912505"/>
                </a:lnTo>
                <a:lnTo>
                  <a:pt x="0" y="91250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6" id="6"/>
          <p:cNvGrpSpPr/>
          <p:nvPr/>
        </p:nvGrpSpPr>
        <p:grpSpPr>
          <a:xfrm rot="0">
            <a:off x="15361577" y="986553"/>
            <a:ext cx="667852" cy="667852"/>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lnTo>
                    <a:pt x="485289" y="111986"/>
                  </a:lnTo>
                  <a:lnTo>
                    <a:pt x="609600" y="54447"/>
                  </a:lnTo>
                  <a:lnTo>
                    <a:pt x="621927" y="190873"/>
                  </a:lnTo>
                  <a:lnTo>
                    <a:pt x="758353" y="203200"/>
                  </a:lnTo>
                  <a:lnTo>
                    <a:pt x="700814" y="327511"/>
                  </a:lnTo>
                  <a:lnTo>
                    <a:pt x="812800" y="406400"/>
                  </a:lnTo>
                  <a:lnTo>
                    <a:pt x="700814" y="485289"/>
                  </a:lnTo>
                  <a:lnTo>
                    <a:pt x="758353" y="609600"/>
                  </a:lnTo>
                  <a:lnTo>
                    <a:pt x="621927" y="621927"/>
                  </a:lnTo>
                  <a:lnTo>
                    <a:pt x="609600" y="758353"/>
                  </a:lnTo>
                  <a:lnTo>
                    <a:pt x="485289" y="700814"/>
                  </a:lnTo>
                  <a:lnTo>
                    <a:pt x="406400" y="812800"/>
                  </a:lnTo>
                  <a:lnTo>
                    <a:pt x="327511" y="700814"/>
                  </a:lnTo>
                  <a:lnTo>
                    <a:pt x="203200" y="758353"/>
                  </a:lnTo>
                  <a:lnTo>
                    <a:pt x="190873" y="621927"/>
                  </a:lnTo>
                  <a:lnTo>
                    <a:pt x="54447" y="609600"/>
                  </a:lnTo>
                  <a:lnTo>
                    <a:pt x="111986" y="485289"/>
                  </a:lnTo>
                  <a:lnTo>
                    <a:pt x="0" y="406400"/>
                  </a:lnTo>
                  <a:lnTo>
                    <a:pt x="111986" y="327511"/>
                  </a:lnTo>
                  <a:lnTo>
                    <a:pt x="54447" y="203200"/>
                  </a:lnTo>
                  <a:lnTo>
                    <a:pt x="190873" y="190873"/>
                  </a:lnTo>
                  <a:lnTo>
                    <a:pt x="203200" y="54447"/>
                  </a:lnTo>
                  <a:lnTo>
                    <a:pt x="327511" y="111986"/>
                  </a:lnTo>
                  <a:lnTo>
                    <a:pt x="406400" y="0"/>
                  </a:lnTo>
                  <a:close/>
                </a:path>
              </a:pathLst>
            </a:custGeom>
            <a:solidFill>
              <a:srgbClr val="F2F1EB"/>
            </a:solidFill>
          </p:spPr>
        </p:sp>
        <p:sp>
          <p:nvSpPr>
            <p:cNvPr name="TextBox 8" id="8"/>
            <p:cNvSpPr txBox="true"/>
            <p:nvPr/>
          </p:nvSpPr>
          <p:spPr>
            <a:xfrm>
              <a:off x="127000" y="155575"/>
              <a:ext cx="558800" cy="530225"/>
            </a:xfrm>
            <a:prstGeom prst="rect">
              <a:avLst/>
            </a:prstGeom>
          </p:spPr>
          <p:txBody>
            <a:bodyPr anchor="ctr" rtlCol="false" tIns="50800" lIns="50800" bIns="50800" rIns="50800"/>
            <a:lstStyle/>
            <a:p>
              <a:pPr algn="ctr">
                <a:lnSpc>
                  <a:spcPts val="2661"/>
                </a:lnSpc>
              </a:pPr>
            </a:p>
          </p:txBody>
        </p:sp>
      </p:grpSp>
      <p:sp>
        <p:nvSpPr>
          <p:cNvPr name="Freeform 9" id="9"/>
          <p:cNvSpPr/>
          <p:nvPr/>
        </p:nvSpPr>
        <p:spPr>
          <a:xfrm flipH="true" flipV="false" rot="0">
            <a:off x="16998830" y="8999755"/>
            <a:ext cx="416017" cy="418299"/>
          </a:xfrm>
          <a:custGeom>
            <a:avLst/>
            <a:gdLst/>
            <a:ahLst/>
            <a:cxnLst/>
            <a:rect r="r" b="b" t="t" l="l"/>
            <a:pathLst>
              <a:path h="418299" w="416017">
                <a:moveTo>
                  <a:pt x="416017" y="0"/>
                </a:moveTo>
                <a:lnTo>
                  <a:pt x="0" y="0"/>
                </a:lnTo>
                <a:lnTo>
                  <a:pt x="0" y="418299"/>
                </a:lnTo>
                <a:lnTo>
                  <a:pt x="416017" y="418299"/>
                </a:lnTo>
                <a:lnTo>
                  <a:pt x="416017" y="0"/>
                </a:lnTo>
                <a:close/>
              </a:path>
            </a:pathLst>
          </a:custGeom>
          <a:blipFill>
            <a:blip r:embed="rId5"/>
            <a:stretch>
              <a:fillRect l="0" t="0" r="0" b="0"/>
            </a:stretch>
          </a:blipFill>
        </p:spPr>
      </p:sp>
      <p:sp>
        <p:nvSpPr>
          <p:cNvPr name="TextBox 10" id="10"/>
          <p:cNvSpPr txBox="true"/>
          <p:nvPr/>
        </p:nvSpPr>
        <p:spPr>
          <a:xfrm rot="0">
            <a:off x="1740370" y="9259724"/>
            <a:ext cx="3631063" cy="345235"/>
          </a:xfrm>
          <a:prstGeom prst="rect">
            <a:avLst/>
          </a:prstGeom>
        </p:spPr>
        <p:txBody>
          <a:bodyPr anchor="t" rtlCol="false" tIns="0" lIns="0" bIns="0" rIns="0">
            <a:spAutoFit/>
          </a:bodyPr>
          <a:lstStyle/>
          <a:p>
            <a:pPr algn="l">
              <a:lnSpc>
                <a:spcPts val="2557"/>
              </a:lnSpc>
              <a:spcBef>
                <a:spcPct val="0"/>
              </a:spcBef>
            </a:pPr>
            <a:r>
              <a:rPr lang="en-US" sz="2458">
                <a:solidFill>
                  <a:srgbClr val="FFFFFF"/>
                </a:solidFill>
                <a:latin typeface="Raleway"/>
                <a:ea typeface="Raleway"/>
                <a:cs typeface="Raleway"/>
                <a:sym typeface="Raleway"/>
              </a:rPr>
              <a:t>Presented by</a:t>
            </a:r>
          </a:p>
        </p:txBody>
      </p:sp>
      <p:sp>
        <p:nvSpPr>
          <p:cNvPr name="TextBox 11" id="11"/>
          <p:cNvSpPr txBox="true"/>
          <p:nvPr/>
        </p:nvSpPr>
        <p:spPr>
          <a:xfrm rot="0">
            <a:off x="3812210" y="9237479"/>
            <a:ext cx="3631063" cy="422070"/>
          </a:xfrm>
          <a:prstGeom prst="rect">
            <a:avLst/>
          </a:prstGeom>
        </p:spPr>
        <p:txBody>
          <a:bodyPr anchor="t" rtlCol="false" tIns="0" lIns="0" bIns="0" rIns="0">
            <a:spAutoFit/>
          </a:bodyPr>
          <a:lstStyle/>
          <a:p>
            <a:pPr algn="l">
              <a:lnSpc>
                <a:spcPts val="3076"/>
              </a:lnSpc>
              <a:spcBef>
                <a:spcPct val="0"/>
              </a:spcBef>
            </a:pPr>
            <a:r>
              <a:rPr lang="en-US" b="true" sz="2958">
                <a:solidFill>
                  <a:srgbClr val="FFFFFF"/>
                </a:solidFill>
                <a:latin typeface="Raleway Bold"/>
                <a:ea typeface="Raleway Bold"/>
                <a:cs typeface="Raleway Bold"/>
                <a:sym typeface="Raleway Bold"/>
              </a:rPr>
              <a:t>VICTOR A.I</a:t>
            </a:r>
          </a:p>
        </p:txBody>
      </p:sp>
      <p:sp>
        <p:nvSpPr>
          <p:cNvPr name="TextBox 12" id="12"/>
          <p:cNvSpPr txBox="true"/>
          <p:nvPr/>
        </p:nvSpPr>
        <p:spPr>
          <a:xfrm rot="0">
            <a:off x="15309115" y="9072819"/>
            <a:ext cx="1716617" cy="345235"/>
          </a:xfrm>
          <a:prstGeom prst="rect">
            <a:avLst/>
          </a:prstGeom>
        </p:spPr>
        <p:txBody>
          <a:bodyPr anchor="t" rtlCol="false" tIns="0" lIns="0" bIns="0" rIns="0">
            <a:spAutoFit/>
          </a:bodyPr>
          <a:lstStyle/>
          <a:p>
            <a:pPr algn="l">
              <a:lnSpc>
                <a:spcPts val="2557"/>
              </a:lnSpc>
              <a:spcBef>
                <a:spcPct val="0"/>
              </a:spcBef>
            </a:pPr>
            <a:r>
              <a:rPr lang="en-US" sz="2458">
                <a:solidFill>
                  <a:srgbClr val="FFFFFF"/>
                </a:solidFill>
                <a:latin typeface="Raleway"/>
                <a:ea typeface="Raleway"/>
                <a:cs typeface="Raleway"/>
                <a:sym typeface="Raleway"/>
              </a:rPr>
              <a:t>Next Slide</a:t>
            </a:r>
          </a:p>
        </p:txBody>
      </p:sp>
      <p:sp>
        <p:nvSpPr>
          <p:cNvPr name="TextBox 13" id="13"/>
          <p:cNvSpPr txBox="true"/>
          <p:nvPr/>
        </p:nvSpPr>
        <p:spPr>
          <a:xfrm rot="-5400000">
            <a:off x="129306" y="8871810"/>
            <a:ext cx="1078468" cy="243254"/>
          </a:xfrm>
          <a:prstGeom prst="rect">
            <a:avLst/>
          </a:prstGeom>
        </p:spPr>
        <p:txBody>
          <a:bodyPr anchor="t" rtlCol="false" tIns="0" lIns="0" bIns="0" rIns="0">
            <a:spAutoFit/>
          </a:bodyPr>
          <a:lstStyle/>
          <a:p>
            <a:pPr algn="ctr">
              <a:lnSpc>
                <a:spcPts val="1725"/>
              </a:lnSpc>
              <a:spcBef>
                <a:spcPct val="0"/>
              </a:spcBef>
            </a:pPr>
            <a:r>
              <a:rPr lang="en-US" sz="1658">
                <a:solidFill>
                  <a:srgbClr val="FFFFFF"/>
                </a:solidFill>
                <a:latin typeface="Raleway"/>
                <a:ea typeface="Raleway"/>
                <a:cs typeface="Raleway"/>
                <a:sym typeface="Raleway"/>
              </a:rPr>
              <a:t>Page 2</a:t>
            </a:r>
          </a:p>
        </p:txBody>
      </p:sp>
      <p:sp>
        <p:nvSpPr>
          <p:cNvPr name="Freeform 14" id="14"/>
          <p:cNvSpPr/>
          <p:nvPr/>
        </p:nvSpPr>
        <p:spPr>
          <a:xfrm flipH="false" flipV="false" rot="0">
            <a:off x="1740370" y="310282"/>
            <a:ext cx="4739427" cy="1765583"/>
          </a:xfrm>
          <a:custGeom>
            <a:avLst/>
            <a:gdLst/>
            <a:ahLst/>
            <a:cxnLst/>
            <a:rect r="r" b="b" t="t" l="l"/>
            <a:pathLst>
              <a:path h="1765583" w="4739427">
                <a:moveTo>
                  <a:pt x="0" y="0"/>
                </a:moveTo>
                <a:lnTo>
                  <a:pt x="4739427" y="0"/>
                </a:lnTo>
                <a:lnTo>
                  <a:pt x="4739427" y="1765583"/>
                </a:lnTo>
                <a:lnTo>
                  <a:pt x="0" y="1765583"/>
                </a:lnTo>
                <a:lnTo>
                  <a:pt x="0" y="0"/>
                </a:lnTo>
                <a:close/>
              </a:path>
            </a:pathLst>
          </a:custGeom>
          <a:blipFill>
            <a:blip r:embed="rId6"/>
            <a:stretch>
              <a:fillRect l="-11615" t="0" r="-1272" b="0"/>
            </a:stretch>
          </a:blipFill>
        </p:spPr>
      </p:sp>
      <p:sp>
        <p:nvSpPr>
          <p:cNvPr name="TextBox 15" id="15"/>
          <p:cNvSpPr txBox="true"/>
          <p:nvPr/>
        </p:nvSpPr>
        <p:spPr>
          <a:xfrm rot="0">
            <a:off x="16315179" y="1221648"/>
            <a:ext cx="944121" cy="291514"/>
          </a:xfrm>
          <a:prstGeom prst="rect">
            <a:avLst/>
          </a:prstGeom>
        </p:spPr>
        <p:txBody>
          <a:bodyPr anchor="t" rtlCol="false" tIns="0" lIns="0" bIns="0" rIns="0">
            <a:spAutoFit/>
          </a:bodyPr>
          <a:lstStyle/>
          <a:p>
            <a:pPr algn="l">
              <a:lnSpc>
                <a:spcPts val="2245"/>
              </a:lnSpc>
              <a:spcBef>
                <a:spcPct val="0"/>
              </a:spcBef>
            </a:pPr>
            <a:r>
              <a:rPr lang="en-US" sz="2158">
                <a:solidFill>
                  <a:srgbClr val="FFFFFF"/>
                </a:solidFill>
                <a:latin typeface="Montserrat"/>
                <a:ea typeface="Montserrat"/>
                <a:cs typeface="Montserrat"/>
                <a:sym typeface="Montserrat"/>
              </a:rPr>
              <a:t>2025</a:t>
            </a:r>
          </a:p>
        </p:txBody>
      </p:sp>
      <p:sp>
        <p:nvSpPr>
          <p:cNvPr name="TextBox 16" id="16"/>
          <p:cNvSpPr txBox="true"/>
          <p:nvPr/>
        </p:nvSpPr>
        <p:spPr>
          <a:xfrm rot="0">
            <a:off x="1740370" y="6017077"/>
            <a:ext cx="13975125" cy="812595"/>
          </a:xfrm>
          <a:prstGeom prst="rect">
            <a:avLst/>
          </a:prstGeom>
        </p:spPr>
        <p:txBody>
          <a:bodyPr anchor="t" rtlCol="false" tIns="0" lIns="0" bIns="0" rIns="0">
            <a:spAutoFit/>
          </a:bodyPr>
          <a:lstStyle/>
          <a:p>
            <a:pPr algn="l">
              <a:lnSpc>
                <a:spcPts val="3076"/>
              </a:lnSpc>
            </a:pPr>
            <a:r>
              <a:rPr lang="en-US" sz="2958" b="true">
                <a:solidFill>
                  <a:srgbClr val="FFFFFF"/>
                </a:solidFill>
                <a:latin typeface="Raleway Bold"/>
                <a:ea typeface="Raleway Bold"/>
                <a:cs typeface="Raleway Bold"/>
                <a:sym typeface="Raleway Bold"/>
              </a:rPr>
              <a:t>Brief story of my journey as a designer (from mobile design to professional)</a:t>
            </a:r>
          </a:p>
          <a:p>
            <a:pPr algn="l">
              <a:lnSpc>
                <a:spcPts val="3076"/>
              </a:lnSpc>
              <a:spcBef>
                <a:spcPct val="0"/>
              </a:spcBef>
            </a:pPr>
          </a:p>
        </p:txBody>
      </p:sp>
      <p:sp>
        <p:nvSpPr>
          <p:cNvPr name="TextBox 17" id="17"/>
          <p:cNvSpPr txBox="true"/>
          <p:nvPr/>
        </p:nvSpPr>
        <p:spPr>
          <a:xfrm rot="0">
            <a:off x="1740370" y="6863855"/>
            <a:ext cx="8552873" cy="812595"/>
          </a:xfrm>
          <a:prstGeom prst="rect">
            <a:avLst/>
          </a:prstGeom>
        </p:spPr>
        <p:txBody>
          <a:bodyPr anchor="t" rtlCol="false" tIns="0" lIns="0" bIns="0" rIns="0">
            <a:spAutoFit/>
          </a:bodyPr>
          <a:lstStyle/>
          <a:p>
            <a:pPr algn="l">
              <a:lnSpc>
                <a:spcPts val="3076"/>
              </a:lnSpc>
              <a:spcBef>
                <a:spcPct val="0"/>
              </a:spcBef>
            </a:pPr>
            <a:r>
              <a:rPr lang="en-US" b="true" sz="2958">
                <a:solidFill>
                  <a:srgbClr val="FFFFFF"/>
                </a:solidFill>
                <a:latin typeface="Raleway Bold"/>
                <a:ea typeface="Raleway Bold"/>
                <a:cs typeface="Raleway Bold"/>
                <a:sym typeface="Raleway Bold"/>
              </a:rPr>
              <a:t>“Creativity is not for a few, it's in all of us. You just need to decode it.”</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0B0800"/>
        </a:solidFill>
      </p:bgPr>
    </p:bg>
    <p:spTree>
      <p:nvGrpSpPr>
        <p:cNvPr id="1" name=""/>
        <p:cNvGrpSpPr/>
        <p:nvPr/>
      </p:nvGrpSpPr>
      <p:grpSpPr>
        <a:xfrm>
          <a:off x="0" y="0"/>
          <a:ext cx="0" cy="0"/>
          <a:chOff x="0" y="0"/>
          <a:chExt cx="0" cy="0"/>
        </a:xfrm>
      </p:grpSpPr>
      <p:sp>
        <p:nvSpPr>
          <p:cNvPr name="Freeform 2" id="2"/>
          <p:cNvSpPr/>
          <p:nvPr/>
        </p:nvSpPr>
        <p:spPr>
          <a:xfrm flipH="false" flipV="false" rot="0">
            <a:off x="-12329008" y="1513162"/>
            <a:ext cx="17956749" cy="18046984"/>
          </a:xfrm>
          <a:custGeom>
            <a:avLst/>
            <a:gdLst/>
            <a:ahLst/>
            <a:cxnLst/>
            <a:rect r="r" b="b" t="t" l="l"/>
            <a:pathLst>
              <a:path h="18046984" w="17956749">
                <a:moveTo>
                  <a:pt x="0" y="0"/>
                </a:moveTo>
                <a:lnTo>
                  <a:pt x="17956749" y="0"/>
                </a:lnTo>
                <a:lnTo>
                  <a:pt x="17956749" y="18046985"/>
                </a:lnTo>
                <a:lnTo>
                  <a:pt x="0" y="18046985"/>
                </a:lnTo>
                <a:lnTo>
                  <a:pt x="0" y="0"/>
                </a:lnTo>
                <a:close/>
              </a:path>
            </a:pathLst>
          </a:custGeom>
          <a:blipFill>
            <a:blip r:embed="rId2"/>
            <a:stretch>
              <a:fillRect l="0" t="0" r="0" b="0"/>
            </a:stretch>
          </a:blipFill>
        </p:spPr>
      </p:sp>
      <p:sp>
        <p:nvSpPr>
          <p:cNvPr name="Freeform 3" id="3"/>
          <p:cNvSpPr/>
          <p:nvPr/>
        </p:nvSpPr>
        <p:spPr>
          <a:xfrm flipH="false" flipV="false" rot="0">
            <a:off x="6330741" y="-10904054"/>
            <a:ext cx="17956749" cy="18046984"/>
          </a:xfrm>
          <a:custGeom>
            <a:avLst/>
            <a:gdLst/>
            <a:ahLst/>
            <a:cxnLst/>
            <a:rect r="r" b="b" t="t" l="l"/>
            <a:pathLst>
              <a:path h="18046984" w="17956749">
                <a:moveTo>
                  <a:pt x="0" y="0"/>
                </a:moveTo>
                <a:lnTo>
                  <a:pt x="17956749" y="0"/>
                </a:lnTo>
                <a:lnTo>
                  <a:pt x="17956749" y="18046984"/>
                </a:lnTo>
                <a:lnTo>
                  <a:pt x="0" y="18046984"/>
                </a:lnTo>
                <a:lnTo>
                  <a:pt x="0" y="0"/>
                </a:lnTo>
                <a:close/>
              </a:path>
            </a:pathLst>
          </a:custGeom>
          <a:blipFill>
            <a:blip r:embed="rId2"/>
            <a:stretch>
              <a:fillRect l="0" t="0" r="0" b="0"/>
            </a:stretch>
          </a:blipFill>
        </p:spPr>
      </p:sp>
      <p:sp>
        <p:nvSpPr>
          <p:cNvPr name="TextBox 4" id="4"/>
          <p:cNvSpPr txBox="true"/>
          <p:nvPr/>
        </p:nvSpPr>
        <p:spPr>
          <a:xfrm rot="0">
            <a:off x="6586792" y="2473826"/>
            <a:ext cx="10136691" cy="2875498"/>
          </a:xfrm>
          <a:prstGeom prst="rect">
            <a:avLst/>
          </a:prstGeom>
        </p:spPr>
        <p:txBody>
          <a:bodyPr anchor="t" rtlCol="false" tIns="0" lIns="0" bIns="0" rIns="0">
            <a:spAutoFit/>
          </a:bodyPr>
          <a:lstStyle/>
          <a:p>
            <a:pPr algn="l">
              <a:lnSpc>
                <a:spcPts val="11091"/>
              </a:lnSpc>
              <a:spcBef>
                <a:spcPct val="0"/>
              </a:spcBef>
            </a:pPr>
            <a:r>
              <a:rPr lang="en-US" b="true" sz="10664">
                <a:solidFill>
                  <a:srgbClr val="FFFFFF"/>
                </a:solidFill>
                <a:latin typeface="Raleway Bold"/>
                <a:ea typeface="Raleway Bold"/>
                <a:cs typeface="Raleway Bold"/>
                <a:sym typeface="Raleway Bold"/>
              </a:rPr>
              <a:t>Why Creativity Matters</a:t>
            </a:r>
          </a:p>
        </p:txBody>
      </p:sp>
      <p:sp>
        <p:nvSpPr>
          <p:cNvPr name="Freeform 5" id="5"/>
          <p:cNvSpPr/>
          <p:nvPr/>
        </p:nvSpPr>
        <p:spPr>
          <a:xfrm flipH="false" flipV="false" rot="0">
            <a:off x="14227161" y="4230995"/>
            <a:ext cx="912505" cy="912505"/>
          </a:xfrm>
          <a:custGeom>
            <a:avLst/>
            <a:gdLst/>
            <a:ahLst/>
            <a:cxnLst/>
            <a:rect r="r" b="b" t="t" l="l"/>
            <a:pathLst>
              <a:path h="912505" w="912505">
                <a:moveTo>
                  <a:pt x="0" y="0"/>
                </a:moveTo>
                <a:lnTo>
                  <a:pt x="912505" y="0"/>
                </a:lnTo>
                <a:lnTo>
                  <a:pt x="912505" y="912505"/>
                </a:lnTo>
                <a:lnTo>
                  <a:pt x="0" y="91250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6" id="6"/>
          <p:cNvGrpSpPr/>
          <p:nvPr/>
        </p:nvGrpSpPr>
        <p:grpSpPr>
          <a:xfrm rot="0">
            <a:off x="15361577" y="986553"/>
            <a:ext cx="667852" cy="667852"/>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lnTo>
                    <a:pt x="485289" y="111986"/>
                  </a:lnTo>
                  <a:lnTo>
                    <a:pt x="609600" y="54447"/>
                  </a:lnTo>
                  <a:lnTo>
                    <a:pt x="621927" y="190873"/>
                  </a:lnTo>
                  <a:lnTo>
                    <a:pt x="758353" y="203200"/>
                  </a:lnTo>
                  <a:lnTo>
                    <a:pt x="700814" y="327511"/>
                  </a:lnTo>
                  <a:lnTo>
                    <a:pt x="812800" y="406400"/>
                  </a:lnTo>
                  <a:lnTo>
                    <a:pt x="700814" y="485289"/>
                  </a:lnTo>
                  <a:lnTo>
                    <a:pt x="758353" y="609600"/>
                  </a:lnTo>
                  <a:lnTo>
                    <a:pt x="621927" y="621927"/>
                  </a:lnTo>
                  <a:lnTo>
                    <a:pt x="609600" y="758353"/>
                  </a:lnTo>
                  <a:lnTo>
                    <a:pt x="485289" y="700814"/>
                  </a:lnTo>
                  <a:lnTo>
                    <a:pt x="406400" y="812800"/>
                  </a:lnTo>
                  <a:lnTo>
                    <a:pt x="327511" y="700814"/>
                  </a:lnTo>
                  <a:lnTo>
                    <a:pt x="203200" y="758353"/>
                  </a:lnTo>
                  <a:lnTo>
                    <a:pt x="190873" y="621927"/>
                  </a:lnTo>
                  <a:lnTo>
                    <a:pt x="54447" y="609600"/>
                  </a:lnTo>
                  <a:lnTo>
                    <a:pt x="111986" y="485289"/>
                  </a:lnTo>
                  <a:lnTo>
                    <a:pt x="0" y="406400"/>
                  </a:lnTo>
                  <a:lnTo>
                    <a:pt x="111986" y="327511"/>
                  </a:lnTo>
                  <a:lnTo>
                    <a:pt x="54447" y="203200"/>
                  </a:lnTo>
                  <a:lnTo>
                    <a:pt x="190873" y="190873"/>
                  </a:lnTo>
                  <a:lnTo>
                    <a:pt x="203200" y="54447"/>
                  </a:lnTo>
                  <a:lnTo>
                    <a:pt x="327511" y="111986"/>
                  </a:lnTo>
                  <a:lnTo>
                    <a:pt x="406400" y="0"/>
                  </a:lnTo>
                  <a:close/>
                </a:path>
              </a:pathLst>
            </a:custGeom>
            <a:solidFill>
              <a:srgbClr val="F2F1EB"/>
            </a:solidFill>
          </p:spPr>
        </p:sp>
        <p:sp>
          <p:nvSpPr>
            <p:cNvPr name="TextBox 8" id="8"/>
            <p:cNvSpPr txBox="true"/>
            <p:nvPr/>
          </p:nvSpPr>
          <p:spPr>
            <a:xfrm>
              <a:off x="127000" y="155575"/>
              <a:ext cx="558800" cy="530225"/>
            </a:xfrm>
            <a:prstGeom prst="rect">
              <a:avLst/>
            </a:prstGeom>
          </p:spPr>
          <p:txBody>
            <a:bodyPr anchor="ctr" rtlCol="false" tIns="50800" lIns="50800" bIns="50800" rIns="50800"/>
            <a:lstStyle/>
            <a:p>
              <a:pPr algn="ctr">
                <a:lnSpc>
                  <a:spcPts val="2661"/>
                </a:lnSpc>
              </a:pPr>
            </a:p>
          </p:txBody>
        </p:sp>
      </p:grpSp>
      <p:sp>
        <p:nvSpPr>
          <p:cNvPr name="Freeform 9" id="9"/>
          <p:cNvSpPr/>
          <p:nvPr/>
        </p:nvSpPr>
        <p:spPr>
          <a:xfrm flipH="true" flipV="false" rot="0">
            <a:off x="16998830" y="8999755"/>
            <a:ext cx="416017" cy="418299"/>
          </a:xfrm>
          <a:custGeom>
            <a:avLst/>
            <a:gdLst/>
            <a:ahLst/>
            <a:cxnLst/>
            <a:rect r="r" b="b" t="t" l="l"/>
            <a:pathLst>
              <a:path h="418299" w="416017">
                <a:moveTo>
                  <a:pt x="416017" y="0"/>
                </a:moveTo>
                <a:lnTo>
                  <a:pt x="0" y="0"/>
                </a:lnTo>
                <a:lnTo>
                  <a:pt x="0" y="418299"/>
                </a:lnTo>
                <a:lnTo>
                  <a:pt x="416017" y="418299"/>
                </a:lnTo>
                <a:lnTo>
                  <a:pt x="416017" y="0"/>
                </a:lnTo>
                <a:close/>
              </a:path>
            </a:pathLst>
          </a:custGeom>
          <a:blipFill>
            <a:blip r:embed="rId5"/>
            <a:stretch>
              <a:fillRect l="0" t="0" r="0" b="0"/>
            </a:stretch>
          </a:blipFill>
        </p:spPr>
      </p:sp>
      <p:sp>
        <p:nvSpPr>
          <p:cNvPr name="Freeform 10" id="10"/>
          <p:cNvSpPr/>
          <p:nvPr/>
        </p:nvSpPr>
        <p:spPr>
          <a:xfrm flipH="false" flipV="false" rot="0">
            <a:off x="1305564" y="437687"/>
            <a:ext cx="4739427" cy="1765583"/>
          </a:xfrm>
          <a:custGeom>
            <a:avLst/>
            <a:gdLst/>
            <a:ahLst/>
            <a:cxnLst/>
            <a:rect r="r" b="b" t="t" l="l"/>
            <a:pathLst>
              <a:path h="1765583" w="4739427">
                <a:moveTo>
                  <a:pt x="0" y="0"/>
                </a:moveTo>
                <a:lnTo>
                  <a:pt x="4739427" y="0"/>
                </a:lnTo>
                <a:lnTo>
                  <a:pt x="4739427" y="1765584"/>
                </a:lnTo>
                <a:lnTo>
                  <a:pt x="0" y="1765584"/>
                </a:lnTo>
                <a:lnTo>
                  <a:pt x="0" y="0"/>
                </a:lnTo>
                <a:close/>
              </a:path>
            </a:pathLst>
          </a:custGeom>
          <a:blipFill>
            <a:blip r:embed="rId6"/>
            <a:stretch>
              <a:fillRect l="-11615" t="0" r="-1272" b="0"/>
            </a:stretch>
          </a:blipFill>
        </p:spPr>
      </p:sp>
      <p:sp>
        <p:nvSpPr>
          <p:cNvPr name="Freeform 11" id="11"/>
          <p:cNvSpPr/>
          <p:nvPr/>
        </p:nvSpPr>
        <p:spPr>
          <a:xfrm flipH="false" flipV="false" rot="0">
            <a:off x="663778" y="2678333"/>
            <a:ext cx="5104001" cy="5300808"/>
          </a:xfrm>
          <a:custGeom>
            <a:avLst/>
            <a:gdLst/>
            <a:ahLst/>
            <a:cxnLst/>
            <a:rect r="r" b="b" t="t" l="l"/>
            <a:pathLst>
              <a:path h="5300808" w="5104001">
                <a:moveTo>
                  <a:pt x="0" y="0"/>
                </a:moveTo>
                <a:lnTo>
                  <a:pt x="5104001" y="0"/>
                </a:lnTo>
                <a:lnTo>
                  <a:pt x="5104001" y="5300808"/>
                </a:lnTo>
                <a:lnTo>
                  <a:pt x="0" y="530080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12" id="12"/>
          <p:cNvSpPr txBox="true"/>
          <p:nvPr/>
        </p:nvSpPr>
        <p:spPr>
          <a:xfrm rot="0">
            <a:off x="1186188" y="9374341"/>
            <a:ext cx="3631063" cy="345235"/>
          </a:xfrm>
          <a:prstGeom prst="rect">
            <a:avLst/>
          </a:prstGeom>
        </p:spPr>
        <p:txBody>
          <a:bodyPr anchor="t" rtlCol="false" tIns="0" lIns="0" bIns="0" rIns="0">
            <a:spAutoFit/>
          </a:bodyPr>
          <a:lstStyle/>
          <a:p>
            <a:pPr algn="l">
              <a:lnSpc>
                <a:spcPts val="2557"/>
              </a:lnSpc>
              <a:spcBef>
                <a:spcPct val="0"/>
              </a:spcBef>
            </a:pPr>
            <a:r>
              <a:rPr lang="en-US" sz="2458">
                <a:solidFill>
                  <a:srgbClr val="FFFFFF"/>
                </a:solidFill>
                <a:latin typeface="Raleway"/>
                <a:ea typeface="Raleway"/>
                <a:cs typeface="Raleway"/>
                <a:sym typeface="Raleway"/>
              </a:rPr>
              <a:t>Presented by</a:t>
            </a:r>
          </a:p>
        </p:txBody>
      </p:sp>
      <p:sp>
        <p:nvSpPr>
          <p:cNvPr name="TextBox 13" id="13"/>
          <p:cNvSpPr txBox="true"/>
          <p:nvPr/>
        </p:nvSpPr>
        <p:spPr>
          <a:xfrm rot="0">
            <a:off x="3341659" y="9335924"/>
            <a:ext cx="3631063" cy="422070"/>
          </a:xfrm>
          <a:prstGeom prst="rect">
            <a:avLst/>
          </a:prstGeom>
        </p:spPr>
        <p:txBody>
          <a:bodyPr anchor="t" rtlCol="false" tIns="0" lIns="0" bIns="0" rIns="0">
            <a:spAutoFit/>
          </a:bodyPr>
          <a:lstStyle/>
          <a:p>
            <a:pPr algn="l">
              <a:lnSpc>
                <a:spcPts val="3076"/>
              </a:lnSpc>
              <a:spcBef>
                <a:spcPct val="0"/>
              </a:spcBef>
            </a:pPr>
            <a:r>
              <a:rPr lang="en-US" b="true" sz="2958">
                <a:solidFill>
                  <a:srgbClr val="FFFFFF"/>
                </a:solidFill>
                <a:latin typeface="Raleway Bold"/>
                <a:ea typeface="Raleway Bold"/>
                <a:cs typeface="Raleway Bold"/>
                <a:sym typeface="Raleway Bold"/>
              </a:rPr>
              <a:t>VICTOR A.I</a:t>
            </a:r>
          </a:p>
        </p:txBody>
      </p:sp>
      <p:sp>
        <p:nvSpPr>
          <p:cNvPr name="TextBox 14" id="14"/>
          <p:cNvSpPr txBox="true"/>
          <p:nvPr/>
        </p:nvSpPr>
        <p:spPr>
          <a:xfrm rot="0">
            <a:off x="15309115" y="9072819"/>
            <a:ext cx="1716617" cy="345235"/>
          </a:xfrm>
          <a:prstGeom prst="rect">
            <a:avLst/>
          </a:prstGeom>
        </p:spPr>
        <p:txBody>
          <a:bodyPr anchor="t" rtlCol="false" tIns="0" lIns="0" bIns="0" rIns="0">
            <a:spAutoFit/>
          </a:bodyPr>
          <a:lstStyle/>
          <a:p>
            <a:pPr algn="l">
              <a:lnSpc>
                <a:spcPts val="2557"/>
              </a:lnSpc>
              <a:spcBef>
                <a:spcPct val="0"/>
              </a:spcBef>
            </a:pPr>
            <a:r>
              <a:rPr lang="en-US" sz="2458">
                <a:solidFill>
                  <a:srgbClr val="FFFFFF"/>
                </a:solidFill>
                <a:latin typeface="Raleway"/>
                <a:ea typeface="Raleway"/>
                <a:cs typeface="Raleway"/>
                <a:sym typeface="Raleway"/>
              </a:rPr>
              <a:t>Next Slide</a:t>
            </a:r>
          </a:p>
        </p:txBody>
      </p:sp>
      <p:sp>
        <p:nvSpPr>
          <p:cNvPr name="TextBox 15" id="15"/>
          <p:cNvSpPr txBox="true"/>
          <p:nvPr/>
        </p:nvSpPr>
        <p:spPr>
          <a:xfrm rot="-5400000">
            <a:off x="129306" y="8871810"/>
            <a:ext cx="1078468" cy="243254"/>
          </a:xfrm>
          <a:prstGeom prst="rect">
            <a:avLst/>
          </a:prstGeom>
        </p:spPr>
        <p:txBody>
          <a:bodyPr anchor="t" rtlCol="false" tIns="0" lIns="0" bIns="0" rIns="0">
            <a:spAutoFit/>
          </a:bodyPr>
          <a:lstStyle/>
          <a:p>
            <a:pPr algn="ctr">
              <a:lnSpc>
                <a:spcPts val="1725"/>
              </a:lnSpc>
              <a:spcBef>
                <a:spcPct val="0"/>
              </a:spcBef>
            </a:pPr>
            <a:r>
              <a:rPr lang="en-US" sz="1658">
                <a:solidFill>
                  <a:srgbClr val="FFFFFF"/>
                </a:solidFill>
                <a:latin typeface="Raleway"/>
                <a:ea typeface="Raleway"/>
                <a:cs typeface="Raleway"/>
                <a:sym typeface="Raleway"/>
              </a:rPr>
              <a:t>Page 3</a:t>
            </a:r>
          </a:p>
        </p:txBody>
      </p:sp>
      <p:sp>
        <p:nvSpPr>
          <p:cNvPr name="TextBox 16" id="16"/>
          <p:cNvSpPr txBox="true"/>
          <p:nvPr/>
        </p:nvSpPr>
        <p:spPr>
          <a:xfrm rot="0">
            <a:off x="16315179" y="1221648"/>
            <a:ext cx="944121" cy="291514"/>
          </a:xfrm>
          <a:prstGeom prst="rect">
            <a:avLst/>
          </a:prstGeom>
        </p:spPr>
        <p:txBody>
          <a:bodyPr anchor="t" rtlCol="false" tIns="0" lIns="0" bIns="0" rIns="0">
            <a:spAutoFit/>
          </a:bodyPr>
          <a:lstStyle/>
          <a:p>
            <a:pPr algn="l">
              <a:lnSpc>
                <a:spcPts val="2245"/>
              </a:lnSpc>
              <a:spcBef>
                <a:spcPct val="0"/>
              </a:spcBef>
            </a:pPr>
            <a:r>
              <a:rPr lang="en-US" sz="2158">
                <a:solidFill>
                  <a:srgbClr val="FFFFFF"/>
                </a:solidFill>
                <a:latin typeface="Montserrat"/>
                <a:ea typeface="Montserrat"/>
                <a:cs typeface="Montserrat"/>
                <a:sym typeface="Montserrat"/>
              </a:rPr>
              <a:t>2025</a:t>
            </a:r>
          </a:p>
        </p:txBody>
      </p:sp>
      <p:sp>
        <p:nvSpPr>
          <p:cNvPr name="TextBox 17" id="17"/>
          <p:cNvSpPr txBox="true"/>
          <p:nvPr/>
        </p:nvSpPr>
        <p:spPr>
          <a:xfrm rot="0">
            <a:off x="6586792" y="5834152"/>
            <a:ext cx="10672508" cy="422070"/>
          </a:xfrm>
          <a:prstGeom prst="rect">
            <a:avLst/>
          </a:prstGeom>
        </p:spPr>
        <p:txBody>
          <a:bodyPr anchor="t" rtlCol="false" tIns="0" lIns="0" bIns="0" rIns="0">
            <a:spAutoFit/>
          </a:bodyPr>
          <a:lstStyle/>
          <a:p>
            <a:pPr algn="l">
              <a:lnSpc>
                <a:spcPts val="3076"/>
              </a:lnSpc>
              <a:spcBef>
                <a:spcPct val="0"/>
              </a:spcBef>
            </a:pPr>
            <a:r>
              <a:rPr lang="en-US" b="true" sz="2958">
                <a:solidFill>
                  <a:srgbClr val="FFFFFF"/>
                </a:solidFill>
                <a:latin typeface="Raleway Bold"/>
                <a:ea typeface="Raleway Bold"/>
                <a:cs typeface="Raleway Bold"/>
                <a:sym typeface="Raleway Bold"/>
              </a:rPr>
              <a:t>Creativity = problem-solving + expression + value creation.</a:t>
            </a:r>
          </a:p>
        </p:txBody>
      </p:sp>
      <p:sp>
        <p:nvSpPr>
          <p:cNvPr name="TextBox 18" id="18"/>
          <p:cNvSpPr txBox="true"/>
          <p:nvPr/>
        </p:nvSpPr>
        <p:spPr>
          <a:xfrm rot="0">
            <a:off x="6586792" y="6750920"/>
            <a:ext cx="8552873" cy="812595"/>
          </a:xfrm>
          <a:prstGeom prst="rect">
            <a:avLst/>
          </a:prstGeom>
        </p:spPr>
        <p:txBody>
          <a:bodyPr anchor="t" rtlCol="false" tIns="0" lIns="0" bIns="0" rIns="0">
            <a:spAutoFit/>
          </a:bodyPr>
          <a:lstStyle/>
          <a:p>
            <a:pPr algn="l">
              <a:lnSpc>
                <a:spcPts val="3076"/>
              </a:lnSpc>
              <a:spcBef>
                <a:spcPct val="0"/>
              </a:spcBef>
            </a:pPr>
            <a:r>
              <a:rPr lang="en-US" b="true" sz="2958">
                <a:solidFill>
                  <a:srgbClr val="FFFFFF"/>
                </a:solidFill>
                <a:latin typeface="Raleway Bold"/>
                <a:ea typeface="Raleway Bold"/>
                <a:cs typeface="Raleway Bold"/>
                <a:sym typeface="Raleway Bold"/>
              </a:rPr>
              <a:t>You don’t create to impress, you create to express what’s inside.</a:t>
            </a:r>
          </a:p>
        </p:txBody>
      </p:sp>
      <p:sp>
        <p:nvSpPr>
          <p:cNvPr name="TextBox 19" id="19"/>
          <p:cNvSpPr txBox="true"/>
          <p:nvPr/>
        </p:nvSpPr>
        <p:spPr>
          <a:xfrm rot="0">
            <a:off x="6586792" y="8007716"/>
            <a:ext cx="8552873" cy="812595"/>
          </a:xfrm>
          <a:prstGeom prst="rect">
            <a:avLst/>
          </a:prstGeom>
        </p:spPr>
        <p:txBody>
          <a:bodyPr anchor="t" rtlCol="false" tIns="0" lIns="0" bIns="0" rIns="0">
            <a:spAutoFit/>
          </a:bodyPr>
          <a:lstStyle/>
          <a:p>
            <a:pPr algn="l">
              <a:lnSpc>
                <a:spcPts val="3076"/>
              </a:lnSpc>
              <a:spcBef>
                <a:spcPct val="0"/>
              </a:spcBef>
            </a:pPr>
            <a:r>
              <a:rPr lang="en-US" b="true" sz="2958">
                <a:solidFill>
                  <a:srgbClr val="FFFFFF"/>
                </a:solidFill>
                <a:latin typeface="Raleway Bold"/>
                <a:ea typeface="Raleway Bold"/>
                <a:cs typeface="Raleway Bold"/>
                <a:sym typeface="Raleway Bold"/>
              </a:rPr>
              <a:t>The more problems you solve, the more valuable you become.”</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0B0800"/>
        </a:solidFill>
      </p:bgPr>
    </p:bg>
    <p:spTree>
      <p:nvGrpSpPr>
        <p:cNvPr id="1" name=""/>
        <p:cNvGrpSpPr/>
        <p:nvPr/>
      </p:nvGrpSpPr>
      <p:grpSpPr>
        <a:xfrm>
          <a:off x="0" y="0"/>
          <a:ext cx="0" cy="0"/>
          <a:chOff x="0" y="0"/>
          <a:chExt cx="0" cy="0"/>
        </a:xfrm>
      </p:grpSpPr>
      <p:sp>
        <p:nvSpPr>
          <p:cNvPr name="Freeform 2" id="2"/>
          <p:cNvSpPr/>
          <p:nvPr/>
        </p:nvSpPr>
        <p:spPr>
          <a:xfrm flipH="false" flipV="false" rot="0">
            <a:off x="-12329008" y="1513162"/>
            <a:ext cx="17956749" cy="18046984"/>
          </a:xfrm>
          <a:custGeom>
            <a:avLst/>
            <a:gdLst/>
            <a:ahLst/>
            <a:cxnLst/>
            <a:rect r="r" b="b" t="t" l="l"/>
            <a:pathLst>
              <a:path h="18046984" w="17956749">
                <a:moveTo>
                  <a:pt x="0" y="0"/>
                </a:moveTo>
                <a:lnTo>
                  <a:pt x="17956749" y="0"/>
                </a:lnTo>
                <a:lnTo>
                  <a:pt x="17956749" y="18046985"/>
                </a:lnTo>
                <a:lnTo>
                  <a:pt x="0" y="18046985"/>
                </a:lnTo>
                <a:lnTo>
                  <a:pt x="0" y="0"/>
                </a:lnTo>
                <a:close/>
              </a:path>
            </a:pathLst>
          </a:custGeom>
          <a:blipFill>
            <a:blip r:embed="rId2"/>
            <a:stretch>
              <a:fillRect l="0" t="0" r="0" b="0"/>
            </a:stretch>
          </a:blipFill>
        </p:spPr>
      </p:sp>
      <p:sp>
        <p:nvSpPr>
          <p:cNvPr name="Freeform 3" id="3"/>
          <p:cNvSpPr/>
          <p:nvPr/>
        </p:nvSpPr>
        <p:spPr>
          <a:xfrm flipH="false" flipV="false" rot="0">
            <a:off x="6330741" y="-10904054"/>
            <a:ext cx="17956749" cy="18046984"/>
          </a:xfrm>
          <a:custGeom>
            <a:avLst/>
            <a:gdLst/>
            <a:ahLst/>
            <a:cxnLst/>
            <a:rect r="r" b="b" t="t" l="l"/>
            <a:pathLst>
              <a:path h="18046984" w="17956749">
                <a:moveTo>
                  <a:pt x="0" y="0"/>
                </a:moveTo>
                <a:lnTo>
                  <a:pt x="17956749" y="0"/>
                </a:lnTo>
                <a:lnTo>
                  <a:pt x="17956749" y="18046984"/>
                </a:lnTo>
                <a:lnTo>
                  <a:pt x="0" y="18046984"/>
                </a:lnTo>
                <a:lnTo>
                  <a:pt x="0" y="0"/>
                </a:lnTo>
                <a:close/>
              </a:path>
            </a:pathLst>
          </a:custGeom>
          <a:blipFill>
            <a:blip r:embed="rId2"/>
            <a:stretch>
              <a:fillRect l="0" t="0" r="0" b="0"/>
            </a:stretch>
          </a:blipFill>
        </p:spPr>
      </p:sp>
      <p:sp>
        <p:nvSpPr>
          <p:cNvPr name="TextBox 4" id="4"/>
          <p:cNvSpPr txBox="true"/>
          <p:nvPr/>
        </p:nvSpPr>
        <p:spPr>
          <a:xfrm rot="0">
            <a:off x="1928702" y="2401249"/>
            <a:ext cx="13432875" cy="3207892"/>
          </a:xfrm>
          <a:prstGeom prst="rect">
            <a:avLst/>
          </a:prstGeom>
        </p:spPr>
        <p:txBody>
          <a:bodyPr anchor="t" rtlCol="false" tIns="0" lIns="0" bIns="0" rIns="0">
            <a:spAutoFit/>
          </a:bodyPr>
          <a:lstStyle/>
          <a:p>
            <a:pPr algn="l">
              <a:lnSpc>
                <a:spcPts val="12378"/>
              </a:lnSpc>
              <a:spcBef>
                <a:spcPct val="0"/>
              </a:spcBef>
            </a:pPr>
            <a:r>
              <a:rPr lang="en-US" b="true" sz="11902">
                <a:solidFill>
                  <a:srgbClr val="FFFFFF"/>
                </a:solidFill>
                <a:latin typeface="Raleway Bold"/>
                <a:ea typeface="Raleway Bold"/>
                <a:cs typeface="Raleway Bold"/>
                <a:sym typeface="Raleway Bold"/>
              </a:rPr>
              <a:t>Understanding the Code</a:t>
            </a:r>
          </a:p>
        </p:txBody>
      </p:sp>
      <p:sp>
        <p:nvSpPr>
          <p:cNvPr name="Freeform 5" id="5"/>
          <p:cNvSpPr/>
          <p:nvPr/>
        </p:nvSpPr>
        <p:spPr>
          <a:xfrm flipH="false" flipV="false" rot="0">
            <a:off x="15711171" y="3919470"/>
            <a:ext cx="912505" cy="912505"/>
          </a:xfrm>
          <a:custGeom>
            <a:avLst/>
            <a:gdLst/>
            <a:ahLst/>
            <a:cxnLst/>
            <a:rect r="r" b="b" t="t" l="l"/>
            <a:pathLst>
              <a:path h="912505" w="912505">
                <a:moveTo>
                  <a:pt x="0" y="0"/>
                </a:moveTo>
                <a:lnTo>
                  <a:pt x="912505" y="0"/>
                </a:lnTo>
                <a:lnTo>
                  <a:pt x="912505" y="912505"/>
                </a:lnTo>
                <a:lnTo>
                  <a:pt x="0" y="91250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6" id="6"/>
          <p:cNvGrpSpPr/>
          <p:nvPr/>
        </p:nvGrpSpPr>
        <p:grpSpPr>
          <a:xfrm rot="0">
            <a:off x="15361577" y="986553"/>
            <a:ext cx="667852" cy="667852"/>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lnTo>
                    <a:pt x="485289" y="111986"/>
                  </a:lnTo>
                  <a:lnTo>
                    <a:pt x="609600" y="54447"/>
                  </a:lnTo>
                  <a:lnTo>
                    <a:pt x="621927" y="190873"/>
                  </a:lnTo>
                  <a:lnTo>
                    <a:pt x="758353" y="203200"/>
                  </a:lnTo>
                  <a:lnTo>
                    <a:pt x="700814" y="327511"/>
                  </a:lnTo>
                  <a:lnTo>
                    <a:pt x="812800" y="406400"/>
                  </a:lnTo>
                  <a:lnTo>
                    <a:pt x="700814" y="485289"/>
                  </a:lnTo>
                  <a:lnTo>
                    <a:pt x="758353" y="609600"/>
                  </a:lnTo>
                  <a:lnTo>
                    <a:pt x="621927" y="621927"/>
                  </a:lnTo>
                  <a:lnTo>
                    <a:pt x="609600" y="758353"/>
                  </a:lnTo>
                  <a:lnTo>
                    <a:pt x="485289" y="700814"/>
                  </a:lnTo>
                  <a:lnTo>
                    <a:pt x="406400" y="812800"/>
                  </a:lnTo>
                  <a:lnTo>
                    <a:pt x="327511" y="700814"/>
                  </a:lnTo>
                  <a:lnTo>
                    <a:pt x="203200" y="758353"/>
                  </a:lnTo>
                  <a:lnTo>
                    <a:pt x="190873" y="621927"/>
                  </a:lnTo>
                  <a:lnTo>
                    <a:pt x="54447" y="609600"/>
                  </a:lnTo>
                  <a:lnTo>
                    <a:pt x="111986" y="485289"/>
                  </a:lnTo>
                  <a:lnTo>
                    <a:pt x="0" y="406400"/>
                  </a:lnTo>
                  <a:lnTo>
                    <a:pt x="111986" y="327511"/>
                  </a:lnTo>
                  <a:lnTo>
                    <a:pt x="54447" y="203200"/>
                  </a:lnTo>
                  <a:lnTo>
                    <a:pt x="190873" y="190873"/>
                  </a:lnTo>
                  <a:lnTo>
                    <a:pt x="203200" y="54447"/>
                  </a:lnTo>
                  <a:lnTo>
                    <a:pt x="327511" y="111986"/>
                  </a:lnTo>
                  <a:lnTo>
                    <a:pt x="406400" y="0"/>
                  </a:lnTo>
                  <a:close/>
                </a:path>
              </a:pathLst>
            </a:custGeom>
            <a:solidFill>
              <a:srgbClr val="F2F1EB"/>
            </a:solidFill>
          </p:spPr>
        </p:sp>
        <p:sp>
          <p:nvSpPr>
            <p:cNvPr name="TextBox 8" id="8"/>
            <p:cNvSpPr txBox="true"/>
            <p:nvPr/>
          </p:nvSpPr>
          <p:spPr>
            <a:xfrm>
              <a:off x="127000" y="155575"/>
              <a:ext cx="558800" cy="530225"/>
            </a:xfrm>
            <a:prstGeom prst="rect">
              <a:avLst/>
            </a:prstGeom>
          </p:spPr>
          <p:txBody>
            <a:bodyPr anchor="ctr" rtlCol="false" tIns="50800" lIns="50800" bIns="50800" rIns="50800"/>
            <a:lstStyle/>
            <a:p>
              <a:pPr algn="ctr">
                <a:lnSpc>
                  <a:spcPts val="2661"/>
                </a:lnSpc>
              </a:pPr>
            </a:p>
          </p:txBody>
        </p:sp>
      </p:grpSp>
      <p:sp>
        <p:nvSpPr>
          <p:cNvPr name="Freeform 9" id="9"/>
          <p:cNvSpPr/>
          <p:nvPr/>
        </p:nvSpPr>
        <p:spPr>
          <a:xfrm flipH="true" flipV="false" rot="0">
            <a:off x="16998830" y="8999755"/>
            <a:ext cx="416017" cy="418299"/>
          </a:xfrm>
          <a:custGeom>
            <a:avLst/>
            <a:gdLst/>
            <a:ahLst/>
            <a:cxnLst/>
            <a:rect r="r" b="b" t="t" l="l"/>
            <a:pathLst>
              <a:path h="418299" w="416017">
                <a:moveTo>
                  <a:pt x="416017" y="0"/>
                </a:moveTo>
                <a:lnTo>
                  <a:pt x="0" y="0"/>
                </a:lnTo>
                <a:lnTo>
                  <a:pt x="0" y="418299"/>
                </a:lnTo>
                <a:lnTo>
                  <a:pt x="416017" y="418299"/>
                </a:lnTo>
                <a:lnTo>
                  <a:pt x="416017" y="0"/>
                </a:lnTo>
                <a:close/>
              </a:path>
            </a:pathLst>
          </a:custGeom>
          <a:blipFill>
            <a:blip r:embed="rId5"/>
            <a:stretch>
              <a:fillRect l="0" t="0" r="0" b="0"/>
            </a:stretch>
          </a:blipFill>
        </p:spPr>
      </p:sp>
      <p:sp>
        <p:nvSpPr>
          <p:cNvPr name="Freeform 10" id="10"/>
          <p:cNvSpPr/>
          <p:nvPr/>
        </p:nvSpPr>
        <p:spPr>
          <a:xfrm flipH="false" flipV="false" rot="0">
            <a:off x="1928702" y="361902"/>
            <a:ext cx="4739427" cy="1662343"/>
          </a:xfrm>
          <a:custGeom>
            <a:avLst/>
            <a:gdLst/>
            <a:ahLst/>
            <a:cxnLst/>
            <a:rect r="r" b="b" t="t" l="l"/>
            <a:pathLst>
              <a:path h="1662343" w="4739427">
                <a:moveTo>
                  <a:pt x="0" y="0"/>
                </a:moveTo>
                <a:lnTo>
                  <a:pt x="4739427" y="0"/>
                </a:lnTo>
                <a:lnTo>
                  <a:pt x="4739427" y="1662343"/>
                </a:lnTo>
                <a:lnTo>
                  <a:pt x="0" y="1662343"/>
                </a:lnTo>
                <a:lnTo>
                  <a:pt x="0" y="0"/>
                </a:lnTo>
                <a:close/>
              </a:path>
            </a:pathLst>
          </a:custGeom>
          <a:blipFill>
            <a:blip r:embed="rId6"/>
            <a:stretch>
              <a:fillRect l="-11615" t="0" r="-1272" b="-6210"/>
            </a:stretch>
          </a:blipFill>
        </p:spPr>
      </p:sp>
      <p:sp>
        <p:nvSpPr>
          <p:cNvPr name="Freeform 11" id="11"/>
          <p:cNvSpPr/>
          <p:nvPr/>
        </p:nvSpPr>
        <p:spPr>
          <a:xfrm flipH="false" flipV="false" rot="0">
            <a:off x="10093070" y="4929444"/>
            <a:ext cx="5602433" cy="4114800"/>
          </a:xfrm>
          <a:custGeom>
            <a:avLst/>
            <a:gdLst/>
            <a:ahLst/>
            <a:cxnLst/>
            <a:rect r="r" b="b" t="t" l="l"/>
            <a:pathLst>
              <a:path h="4114800" w="5602433">
                <a:moveTo>
                  <a:pt x="0" y="0"/>
                </a:moveTo>
                <a:lnTo>
                  <a:pt x="5602433" y="0"/>
                </a:lnTo>
                <a:lnTo>
                  <a:pt x="5602433" y="4114800"/>
                </a:lnTo>
                <a:lnTo>
                  <a:pt x="0" y="411480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12" id="12"/>
          <p:cNvSpPr txBox="true"/>
          <p:nvPr/>
        </p:nvSpPr>
        <p:spPr>
          <a:xfrm rot="0">
            <a:off x="1928702" y="9374341"/>
            <a:ext cx="3631063" cy="345235"/>
          </a:xfrm>
          <a:prstGeom prst="rect">
            <a:avLst/>
          </a:prstGeom>
        </p:spPr>
        <p:txBody>
          <a:bodyPr anchor="t" rtlCol="false" tIns="0" lIns="0" bIns="0" rIns="0">
            <a:spAutoFit/>
          </a:bodyPr>
          <a:lstStyle/>
          <a:p>
            <a:pPr algn="l">
              <a:lnSpc>
                <a:spcPts val="2557"/>
              </a:lnSpc>
              <a:spcBef>
                <a:spcPct val="0"/>
              </a:spcBef>
            </a:pPr>
            <a:r>
              <a:rPr lang="en-US" sz="2458">
                <a:solidFill>
                  <a:srgbClr val="FFFFFF"/>
                </a:solidFill>
                <a:latin typeface="Raleway"/>
                <a:ea typeface="Raleway"/>
                <a:cs typeface="Raleway"/>
                <a:sym typeface="Raleway"/>
              </a:rPr>
              <a:t>Presented by</a:t>
            </a:r>
          </a:p>
        </p:txBody>
      </p:sp>
      <p:sp>
        <p:nvSpPr>
          <p:cNvPr name="TextBox 13" id="13"/>
          <p:cNvSpPr txBox="true"/>
          <p:nvPr/>
        </p:nvSpPr>
        <p:spPr>
          <a:xfrm rot="0">
            <a:off x="4298416" y="9335924"/>
            <a:ext cx="3631063" cy="422070"/>
          </a:xfrm>
          <a:prstGeom prst="rect">
            <a:avLst/>
          </a:prstGeom>
        </p:spPr>
        <p:txBody>
          <a:bodyPr anchor="t" rtlCol="false" tIns="0" lIns="0" bIns="0" rIns="0">
            <a:spAutoFit/>
          </a:bodyPr>
          <a:lstStyle/>
          <a:p>
            <a:pPr algn="l">
              <a:lnSpc>
                <a:spcPts val="3076"/>
              </a:lnSpc>
              <a:spcBef>
                <a:spcPct val="0"/>
              </a:spcBef>
            </a:pPr>
            <a:r>
              <a:rPr lang="en-US" b="true" sz="2958">
                <a:solidFill>
                  <a:srgbClr val="FFFFFF"/>
                </a:solidFill>
                <a:latin typeface="Raleway Bold"/>
                <a:ea typeface="Raleway Bold"/>
                <a:cs typeface="Raleway Bold"/>
                <a:sym typeface="Raleway Bold"/>
              </a:rPr>
              <a:t>VICTOR A.I</a:t>
            </a:r>
          </a:p>
        </p:txBody>
      </p:sp>
      <p:sp>
        <p:nvSpPr>
          <p:cNvPr name="TextBox 14" id="14"/>
          <p:cNvSpPr txBox="true"/>
          <p:nvPr/>
        </p:nvSpPr>
        <p:spPr>
          <a:xfrm rot="0">
            <a:off x="15309115" y="9072819"/>
            <a:ext cx="1716617" cy="345235"/>
          </a:xfrm>
          <a:prstGeom prst="rect">
            <a:avLst/>
          </a:prstGeom>
        </p:spPr>
        <p:txBody>
          <a:bodyPr anchor="t" rtlCol="false" tIns="0" lIns="0" bIns="0" rIns="0">
            <a:spAutoFit/>
          </a:bodyPr>
          <a:lstStyle/>
          <a:p>
            <a:pPr algn="l">
              <a:lnSpc>
                <a:spcPts val="2557"/>
              </a:lnSpc>
              <a:spcBef>
                <a:spcPct val="0"/>
              </a:spcBef>
            </a:pPr>
            <a:r>
              <a:rPr lang="en-US" sz="2458">
                <a:solidFill>
                  <a:srgbClr val="FFFFFF"/>
                </a:solidFill>
                <a:latin typeface="Raleway"/>
                <a:ea typeface="Raleway"/>
                <a:cs typeface="Raleway"/>
                <a:sym typeface="Raleway"/>
              </a:rPr>
              <a:t>Next Slide</a:t>
            </a:r>
          </a:p>
        </p:txBody>
      </p:sp>
      <p:sp>
        <p:nvSpPr>
          <p:cNvPr name="TextBox 15" id="15"/>
          <p:cNvSpPr txBox="true"/>
          <p:nvPr/>
        </p:nvSpPr>
        <p:spPr>
          <a:xfrm rot="-5400000">
            <a:off x="129306" y="8871810"/>
            <a:ext cx="1078468" cy="243254"/>
          </a:xfrm>
          <a:prstGeom prst="rect">
            <a:avLst/>
          </a:prstGeom>
        </p:spPr>
        <p:txBody>
          <a:bodyPr anchor="t" rtlCol="false" tIns="0" lIns="0" bIns="0" rIns="0">
            <a:spAutoFit/>
          </a:bodyPr>
          <a:lstStyle/>
          <a:p>
            <a:pPr algn="ctr">
              <a:lnSpc>
                <a:spcPts val="1725"/>
              </a:lnSpc>
              <a:spcBef>
                <a:spcPct val="0"/>
              </a:spcBef>
            </a:pPr>
            <a:r>
              <a:rPr lang="en-US" sz="1658">
                <a:solidFill>
                  <a:srgbClr val="FFFFFF"/>
                </a:solidFill>
                <a:latin typeface="Raleway"/>
                <a:ea typeface="Raleway"/>
                <a:cs typeface="Raleway"/>
                <a:sym typeface="Raleway"/>
              </a:rPr>
              <a:t>Page 4</a:t>
            </a:r>
          </a:p>
        </p:txBody>
      </p:sp>
      <p:sp>
        <p:nvSpPr>
          <p:cNvPr name="TextBox 16" id="16"/>
          <p:cNvSpPr txBox="true"/>
          <p:nvPr/>
        </p:nvSpPr>
        <p:spPr>
          <a:xfrm rot="0">
            <a:off x="16315179" y="1221648"/>
            <a:ext cx="944121" cy="291514"/>
          </a:xfrm>
          <a:prstGeom prst="rect">
            <a:avLst/>
          </a:prstGeom>
        </p:spPr>
        <p:txBody>
          <a:bodyPr anchor="t" rtlCol="false" tIns="0" lIns="0" bIns="0" rIns="0">
            <a:spAutoFit/>
          </a:bodyPr>
          <a:lstStyle/>
          <a:p>
            <a:pPr algn="l">
              <a:lnSpc>
                <a:spcPts val="2245"/>
              </a:lnSpc>
              <a:spcBef>
                <a:spcPct val="0"/>
              </a:spcBef>
            </a:pPr>
            <a:r>
              <a:rPr lang="en-US" sz="2158">
                <a:solidFill>
                  <a:srgbClr val="FFFFFF"/>
                </a:solidFill>
                <a:latin typeface="Montserrat"/>
                <a:ea typeface="Montserrat"/>
                <a:cs typeface="Montserrat"/>
                <a:sym typeface="Montserrat"/>
              </a:rPr>
              <a:t>2025</a:t>
            </a:r>
          </a:p>
        </p:txBody>
      </p:sp>
      <p:sp>
        <p:nvSpPr>
          <p:cNvPr name="TextBox 17" id="17"/>
          <p:cNvSpPr txBox="true"/>
          <p:nvPr/>
        </p:nvSpPr>
        <p:spPr>
          <a:xfrm rot="0">
            <a:off x="1928702" y="5890655"/>
            <a:ext cx="10672508" cy="422070"/>
          </a:xfrm>
          <a:prstGeom prst="rect">
            <a:avLst/>
          </a:prstGeom>
        </p:spPr>
        <p:txBody>
          <a:bodyPr anchor="t" rtlCol="false" tIns="0" lIns="0" bIns="0" rIns="0">
            <a:spAutoFit/>
          </a:bodyPr>
          <a:lstStyle/>
          <a:p>
            <a:pPr algn="l">
              <a:lnSpc>
                <a:spcPts val="3076"/>
              </a:lnSpc>
              <a:spcBef>
                <a:spcPct val="0"/>
              </a:spcBef>
            </a:pPr>
            <a:r>
              <a:rPr lang="en-US" b="true" sz="2958">
                <a:solidFill>
                  <a:srgbClr val="FFFFFF"/>
                </a:solidFill>
                <a:latin typeface="Raleway Bold"/>
                <a:ea typeface="Raleway Bold"/>
                <a:cs typeface="Raleway Bold"/>
                <a:sym typeface="Raleway Bold"/>
              </a:rPr>
              <a:t>Creativity is a Process, Not a Mystery</a:t>
            </a:r>
          </a:p>
        </p:txBody>
      </p:sp>
      <p:sp>
        <p:nvSpPr>
          <p:cNvPr name="TextBox 18" id="18"/>
          <p:cNvSpPr txBox="true"/>
          <p:nvPr/>
        </p:nvSpPr>
        <p:spPr>
          <a:xfrm rot="0">
            <a:off x="1928702" y="6594239"/>
            <a:ext cx="8552873" cy="2374695"/>
          </a:xfrm>
          <a:prstGeom prst="rect">
            <a:avLst/>
          </a:prstGeom>
        </p:spPr>
        <p:txBody>
          <a:bodyPr anchor="t" rtlCol="false" tIns="0" lIns="0" bIns="0" rIns="0">
            <a:spAutoFit/>
          </a:bodyPr>
          <a:lstStyle/>
          <a:p>
            <a:pPr algn="l">
              <a:lnSpc>
                <a:spcPts val="3076"/>
              </a:lnSpc>
            </a:pPr>
            <a:r>
              <a:rPr lang="en-US" sz="2958">
                <a:solidFill>
                  <a:srgbClr val="FFFFFF"/>
                </a:solidFill>
                <a:latin typeface="Raleway"/>
                <a:ea typeface="Raleway"/>
                <a:cs typeface="Raleway"/>
                <a:sym typeface="Raleway"/>
              </a:rPr>
              <a:t>1. Curiosity: ask questions.</a:t>
            </a:r>
          </a:p>
          <a:p>
            <a:pPr algn="l">
              <a:lnSpc>
                <a:spcPts val="3076"/>
              </a:lnSpc>
            </a:pPr>
          </a:p>
          <a:p>
            <a:pPr algn="l">
              <a:lnSpc>
                <a:spcPts val="3076"/>
              </a:lnSpc>
            </a:pPr>
            <a:r>
              <a:rPr lang="en-US" sz="2958">
                <a:solidFill>
                  <a:srgbClr val="FFFFFF"/>
                </a:solidFill>
                <a:latin typeface="Raleway"/>
                <a:ea typeface="Raleway"/>
                <a:cs typeface="Raleway"/>
                <a:sym typeface="Raleway"/>
              </a:rPr>
              <a:t>2. Observation: see what others don’t.</a:t>
            </a:r>
          </a:p>
          <a:p>
            <a:pPr algn="l">
              <a:lnSpc>
                <a:spcPts val="3076"/>
              </a:lnSpc>
            </a:pPr>
          </a:p>
          <a:p>
            <a:pPr algn="l">
              <a:lnSpc>
                <a:spcPts val="3076"/>
              </a:lnSpc>
            </a:pPr>
            <a:r>
              <a:rPr lang="en-US" sz="2958">
                <a:solidFill>
                  <a:srgbClr val="FFFFFF"/>
                </a:solidFill>
                <a:latin typeface="Raleway"/>
                <a:ea typeface="Raleway"/>
                <a:cs typeface="Raleway"/>
                <a:sym typeface="Raleway"/>
              </a:rPr>
              <a:t>3. Consistency: keep practicing</a:t>
            </a:r>
          </a:p>
          <a:p>
            <a:pPr algn="l">
              <a:lnSpc>
                <a:spcPts val="3076"/>
              </a:lnSpc>
              <a:spcBef>
                <a:spcPct val="0"/>
              </a:spcBef>
            </a:pP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0B0800"/>
        </a:solidFill>
      </p:bgPr>
    </p:bg>
    <p:spTree>
      <p:nvGrpSpPr>
        <p:cNvPr id="1" name=""/>
        <p:cNvGrpSpPr/>
        <p:nvPr/>
      </p:nvGrpSpPr>
      <p:grpSpPr>
        <a:xfrm>
          <a:off x="0" y="0"/>
          <a:ext cx="0" cy="0"/>
          <a:chOff x="0" y="0"/>
          <a:chExt cx="0" cy="0"/>
        </a:xfrm>
      </p:grpSpPr>
      <p:sp>
        <p:nvSpPr>
          <p:cNvPr name="Freeform 2" id="2"/>
          <p:cNvSpPr/>
          <p:nvPr/>
        </p:nvSpPr>
        <p:spPr>
          <a:xfrm flipH="false" flipV="false" rot="0">
            <a:off x="-12329008" y="1513162"/>
            <a:ext cx="17956749" cy="18046984"/>
          </a:xfrm>
          <a:custGeom>
            <a:avLst/>
            <a:gdLst/>
            <a:ahLst/>
            <a:cxnLst/>
            <a:rect r="r" b="b" t="t" l="l"/>
            <a:pathLst>
              <a:path h="18046984" w="17956749">
                <a:moveTo>
                  <a:pt x="0" y="0"/>
                </a:moveTo>
                <a:lnTo>
                  <a:pt x="17956749" y="0"/>
                </a:lnTo>
                <a:lnTo>
                  <a:pt x="17956749" y="18046985"/>
                </a:lnTo>
                <a:lnTo>
                  <a:pt x="0" y="18046985"/>
                </a:lnTo>
                <a:lnTo>
                  <a:pt x="0" y="0"/>
                </a:lnTo>
                <a:close/>
              </a:path>
            </a:pathLst>
          </a:custGeom>
          <a:blipFill>
            <a:blip r:embed="rId2"/>
            <a:stretch>
              <a:fillRect l="0" t="0" r="0" b="0"/>
            </a:stretch>
          </a:blipFill>
        </p:spPr>
      </p:sp>
      <p:sp>
        <p:nvSpPr>
          <p:cNvPr name="Freeform 3" id="3"/>
          <p:cNvSpPr/>
          <p:nvPr/>
        </p:nvSpPr>
        <p:spPr>
          <a:xfrm flipH="false" flipV="false" rot="0">
            <a:off x="6330741" y="-10904054"/>
            <a:ext cx="17956749" cy="18046984"/>
          </a:xfrm>
          <a:custGeom>
            <a:avLst/>
            <a:gdLst/>
            <a:ahLst/>
            <a:cxnLst/>
            <a:rect r="r" b="b" t="t" l="l"/>
            <a:pathLst>
              <a:path h="18046984" w="17956749">
                <a:moveTo>
                  <a:pt x="0" y="0"/>
                </a:moveTo>
                <a:lnTo>
                  <a:pt x="17956749" y="0"/>
                </a:lnTo>
                <a:lnTo>
                  <a:pt x="17956749" y="18046984"/>
                </a:lnTo>
                <a:lnTo>
                  <a:pt x="0" y="18046984"/>
                </a:lnTo>
                <a:lnTo>
                  <a:pt x="0" y="0"/>
                </a:lnTo>
                <a:close/>
              </a:path>
            </a:pathLst>
          </a:custGeom>
          <a:blipFill>
            <a:blip r:embed="rId2"/>
            <a:stretch>
              <a:fillRect l="0" t="0" r="0" b="0"/>
            </a:stretch>
          </a:blipFill>
        </p:spPr>
      </p:sp>
      <p:sp>
        <p:nvSpPr>
          <p:cNvPr name="TextBox 4" id="4"/>
          <p:cNvSpPr txBox="true"/>
          <p:nvPr/>
        </p:nvSpPr>
        <p:spPr>
          <a:xfrm rot="0">
            <a:off x="1928702" y="2401249"/>
            <a:ext cx="13432875" cy="3207892"/>
          </a:xfrm>
          <a:prstGeom prst="rect">
            <a:avLst/>
          </a:prstGeom>
        </p:spPr>
        <p:txBody>
          <a:bodyPr anchor="t" rtlCol="false" tIns="0" lIns="0" bIns="0" rIns="0">
            <a:spAutoFit/>
          </a:bodyPr>
          <a:lstStyle/>
          <a:p>
            <a:pPr algn="l">
              <a:lnSpc>
                <a:spcPts val="12378"/>
              </a:lnSpc>
              <a:spcBef>
                <a:spcPct val="0"/>
              </a:spcBef>
            </a:pPr>
            <a:r>
              <a:rPr lang="en-US" b="true" sz="11902">
                <a:solidFill>
                  <a:srgbClr val="FFFFFF"/>
                </a:solidFill>
                <a:latin typeface="Raleway Bold"/>
                <a:ea typeface="Raleway Bold"/>
                <a:cs typeface="Raleway Bold"/>
                <a:sym typeface="Raleway Bold"/>
              </a:rPr>
              <a:t>What is Graphic Design?</a:t>
            </a:r>
          </a:p>
        </p:txBody>
      </p:sp>
      <p:sp>
        <p:nvSpPr>
          <p:cNvPr name="Freeform 5" id="5"/>
          <p:cNvSpPr/>
          <p:nvPr/>
        </p:nvSpPr>
        <p:spPr>
          <a:xfrm flipH="false" flipV="false" rot="0">
            <a:off x="15309115" y="4893072"/>
            <a:ext cx="912505" cy="912505"/>
          </a:xfrm>
          <a:custGeom>
            <a:avLst/>
            <a:gdLst/>
            <a:ahLst/>
            <a:cxnLst/>
            <a:rect r="r" b="b" t="t" l="l"/>
            <a:pathLst>
              <a:path h="912505" w="912505">
                <a:moveTo>
                  <a:pt x="0" y="0"/>
                </a:moveTo>
                <a:lnTo>
                  <a:pt x="912505" y="0"/>
                </a:lnTo>
                <a:lnTo>
                  <a:pt x="912505" y="912505"/>
                </a:lnTo>
                <a:lnTo>
                  <a:pt x="0" y="91250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6" id="6"/>
          <p:cNvGrpSpPr/>
          <p:nvPr/>
        </p:nvGrpSpPr>
        <p:grpSpPr>
          <a:xfrm rot="0">
            <a:off x="15361577" y="986553"/>
            <a:ext cx="667852" cy="667852"/>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lnTo>
                    <a:pt x="485289" y="111986"/>
                  </a:lnTo>
                  <a:lnTo>
                    <a:pt x="609600" y="54447"/>
                  </a:lnTo>
                  <a:lnTo>
                    <a:pt x="621927" y="190873"/>
                  </a:lnTo>
                  <a:lnTo>
                    <a:pt x="758353" y="203200"/>
                  </a:lnTo>
                  <a:lnTo>
                    <a:pt x="700814" y="327511"/>
                  </a:lnTo>
                  <a:lnTo>
                    <a:pt x="812800" y="406400"/>
                  </a:lnTo>
                  <a:lnTo>
                    <a:pt x="700814" y="485289"/>
                  </a:lnTo>
                  <a:lnTo>
                    <a:pt x="758353" y="609600"/>
                  </a:lnTo>
                  <a:lnTo>
                    <a:pt x="621927" y="621927"/>
                  </a:lnTo>
                  <a:lnTo>
                    <a:pt x="609600" y="758353"/>
                  </a:lnTo>
                  <a:lnTo>
                    <a:pt x="485289" y="700814"/>
                  </a:lnTo>
                  <a:lnTo>
                    <a:pt x="406400" y="812800"/>
                  </a:lnTo>
                  <a:lnTo>
                    <a:pt x="327511" y="700814"/>
                  </a:lnTo>
                  <a:lnTo>
                    <a:pt x="203200" y="758353"/>
                  </a:lnTo>
                  <a:lnTo>
                    <a:pt x="190873" y="621927"/>
                  </a:lnTo>
                  <a:lnTo>
                    <a:pt x="54447" y="609600"/>
                  </a:lnTo>
                  <a:lnTo>
                    <a:pt x="111986" y="485289"/>
                  </a:lnTo>
                  <a:lnTo>
                    <a:pt x="0" y="406400"/>
                  </a:lnTo>
                  <a:lnTo>
                    <a:pt x="111986" y="327511"/>
                  </a:lnTo>
                  <a:lnTo>
                    <a:pt x="54447" y="203200"/>
                  </a:lnTo>
                  <a:lnTo>
                    <a:pt x="190873" y="190873"/>
                  </a:lnTo>
                  <a:lnTo>
                    <a:pt x="203200" y="54447"/>
                  </a:lnTo>
                  <a:lnTo>
                    <a:pt x="327511" y="111986"/>
                  </a:lnTo>
                  <a:lnTo>
                    <a:pt x="406400" y="0"/>
                  </a:lnTo>
                  <a:close/>
                </a:path>
              </a:pathLst>
            </a:custGeom>
            <a:solidFill>
              <a:srgbClr val="F2F1EB"/>
            </a:solidFill>
          </p:spPr>
        </p:sp>
        <p:sp>
          <p:nvSpPr>
            <p:cNvPr name="TextBox 8" id="8"/>
            <p:cNvSpPr txBox="true"/>
            <p:nvPr/>
          </p:nvSpPr>
          <p:spPr>
            <a:xfrm>
              <a:off x="127000" y="155575"/>
              <a:ext cx="558800" cy="530225"/>
            </a:xfrm>
            <a:prstGeom prst="rect">
              <a:avLst/>
            </a:prstGeom>
          </p:spPr>
          <p:txBody>
            <a:bodyPr anchor="ctr" rtlCol="false" tIns="50800" lIns="50800" bIns="50800" rIns="50800"/>
            <a:lstStyle/>
            <a:p>
              <a:pPr algn="ctr">
                <a:lnSpc>
                  <a:spcPts val="2661"/>
                </a:lnSpc>
              </a:pPr>
            </a:p>
          </p:txBody>
        </p:sp>
      </p:grpSp>
      <p:sp>
        <p:nvSpPr>
          <p:cNvPr name="Freeform 9" id="9"/>
          <p:cNvSpPr/>
          <p:nvPr/>
        </p:nvSpPr>
        <p:spPr>
          <a:xfrm flipH="true" flipV="false" rot="0">
            <a:off x="16998830" y="8999755"/>
            <a:ext cx="416017" cy="418299"/>
          </a:xfrm>
          <a:custGeom>
            <a:avLst/>
            <a:gdLst/>
            <a:ahLst/>
            <a:cxnLst/>
            <a:rect r="r" b="b" t="t" l="l"/>
            <a:pathLst>
              <a:path h="418299" w="416017">
                <a:moveTo>
                  <a:pt x="416017" y="0"/>
                </a:moveTo>
                <a:lnTo>
                  <a:pt x="0" y="0"/>
                </a:lnTo>
                <a:lnTo>
                  <a:pt x="0" y="418299"/>
                </a:lnTo>
                <a:lnTo>
                  <a:pt x="416017" y="418299"/>
                </a:lnTo>
                <a:lnTo>
                  <a:pt x="416017" y="0"/>
                </a:lnTo>
                <a:close/>
              </a:path>
            </a:pathLst>
          </a:custGeom>
          <a:blipFill>
            <a:blip r:embed="rId5"/>
            <a:stretch>
              <a:fillRect l="0" t="0" r="0" b="0"/>
            </a:stretch>
          </a:blipFill>
        </p:spPr>
      </p:sp>
      <p:sp>
        <p:nvSpPr>
          <p:cNvPr name="Freeform 10" id="10"/>
          <p:cNvSpPr/>
          <p:nvPr/>
        </p:nvSpPr>
        <p:spPr>
          <a:xfrm flipH="false" flipV="false" rot="0">
            <a:off x="1928702" y="361902"/>
            <a:ext cx="4739427" cy="1662343"/>
          </a:xfrm>
          <a:custGeom>
            <a:avLst/>
            <a:gdLst/>
            <a:ahLst/>
            <a:cxnLst/>
            <a:rect r="r" b="b" t="t" l="l"/>
            <a:pathLst>
              <a:path h="1662343" w="4739427">
                <a:moveTo>
                  <a:pt x="0" y="0"/>
                </a:moveTo>
                <a:lnTo>
                  <a:pt x="4739427" y="0"/>
                </a:lnTo>
                <a:lnTo>
                  <a:pt x="4739427" y="1662343"/>
                </a:lnTo>
                <a:lnTo>
                  <a:pt x="0" y="1662343"/>
                </a:lnTo>
                <a:lnTo>
                  <a:pt x="0" y="0"/>
                </a:lnTo>
                <a:close/>
              </a:path>
            </a:pathLst>
          </a:custGeom>
          <a:blipFill>
            <a:blip r:embed="rId6"/>
            <a:stretch>
              <a:fillRect l="-11615" t="0" r="-1272" b="-6210"/>
            </a:stretch>
          </a:blipFill>
        </p:spPr>
      </p:sp>
      <p:sp>
        <p:nvSpPr>
          <p:cNvPr name="TextBox 11" id="11"/>
          <p:cNvSpPr txBox="true"/>
          <p:nvPr/>
        </p:nvSpPr>
        <p:spPr>
          <a:xfrm rot="0">
            <a:off x="1928702" y="9374341"/>
            <a:ext cx="3631063" cy="345235"/>
          </a:xfrm>
          <a:prstGeom prst="rect">
            <a:avLst/>
          </a:prstGeom>
        </p:spPr>
        <p:txBody>
          <a:bodyPr anchor="t" rtlCol="false" tIns="0" lIns="0" bIns="0" rIns="0">
            <a:spAutoFit/>
          </a:bodyPr>
          <a:lstStyle/>
          <a:p>
            <a:pPr algn="l">
              <a:lnSpc>
                <a:spcPts val="2557"/>
              </a:lnSpc>
              <a:spcBef>
                <a:spcPct val="0"/>
              </a:spcBef>
            </a:pPr>
            <a:r>
              <a:rPr lang="en-US" sz="2458">
                <a:solidFill>
                  <a:srgbClr val="FFFFFF"/>
                </a:solidFill>
                <a:latin typeface="Raleway"/>
                <a:ea typeface="Raleway"/>
                <a:cs typeface="Raleway"/>
                <a:sym typeface="Raleway"/>
              </a:rPr>
              <a:t>Presented by</a:t>
            </a:r>
          </a:p>
        </p:txBody>
      </p:sp>
      <p:sp>
        <p:nvSpPr>
          <p:cNvPr name="TextBox 12" id="12"/>
          <p:cNvSpPr txBox="true"/>
          <p:nvPr/>
        </p:nvSpPr>
        <p:spPr>
          <a:xfrm rot="0">
            <a:off x="4298416" y="9335924"/>
            <a:ext cx="3631063" cy="422070"/>
          </a:xfrm>
          <a:prstGeom prst="rect">
            <a:avLst/>
          </a:prstGeom>
        </p:spPr>
        <p:txBody>
          <a:bodyPr anchor="t" rtlCol="false" tIns="0" lIns="0" bIns="0" rIns="0">
            <a:spAutoFit/>
          </a:bodyPr>
          <a:lstStyle/>
          <a:p>
            <a:pPr algn="l">
              <a:lnSpc>
                <a:spcPts val="3076"/>
              </a:lnSpc>
              <a:spcBef>
                <a:spcPct val="0"/>
              </a:spcBef>
            </a:pPr>
            <a:r>
              <a:rPr lang="en-US" b="true" sz="2958">
                <a:solidFill>
                  <a:srgbClr val="FFFFFF"/>
                </a:solidFill>
                <a:latin typeface="Raleway Bold"/>
                <a:ea typeface="Raleway Bold"/>
                <a:cs typeface="Raleway Bold"/>
                <a:sym typeface="Raleway Bold"/>
              </a:rPr>
              <a:t>VICTOR A.I</a:t>
            </a:r>
          </a:p>
        </p:txBody>
      </p:sp>
      <p:sp>
        <p:nvSpPr>
          <p:cNvPr name="TextBox 13" id="13"/>
          <p:cNvSpPr txBox="true"/>
          <p:nvPr/>
        </p:nvSpPr>
        <p:spPr>
          <a:xfrm rot="0">
            <a:off x="15309115" y="9072819"/>
            <a:ext cx="1716617" cy="345235"/>
          </a:xfrm>
          <a:prstGeom prst="rect">
            <a:avLst/>
          </a:prstGeom>
        </p:spPr>
        <p:txBody>
          <a:bodyPr anchor="t" rtlCol="false" tIns="0" lIns="0" bIns="0" rIns="0">
            <a:spAutoFit/>
          </a:bodyPr>
          <a:lstStyle/>
          <a:p>
            <a:pPr algn="l">
              <a:lnSpc>
                <a:spcPts val="2557"/>
              </a:lnSpc>
              <a:spcBef>
                <a:spcPct val="0"/>
              </a:spcBef>
            </a:pPr>
            <a:r>
              <a:rPr lang="en-US" sz="2458">
                <a:solidFill>
                  <a:srgbClr val="FFFFFF"/>
                </a:solidFill>
                <a:latin typeface="Raleway"/>
                <a:ea typeface="Raleway"/>
                <a:cs typeface="Raleway"/>
                <a:sym typeface="Raleway"/>
              </a:rPr>
              <a:t>Next Slide</a:t>
            </a:r>
          </a:p>
        </p:txBody>
      </p:sp>
      <p:sp>
        <p:nvSpPr>
          <p:cNvPr name="TextBox 14" id="14"/>
          <p:cNvSpPr txBox="true"/>
          <p:nvPr/>
        </p:nvSpPr>
        <p:spPr>
          <a:xfrm rot="-5400000">
            <a:off x="129306" y="8871810"/>
            <a:ext cx="1078468" cy="243254"/>
          </a:xfrm>
          <a:prstGeom prst="rect">
            <a:avLst/>
          </a:prstGeom>
        </p:spPr>
        <p:txBody>
          <a:bodyPr anchor="t" rtlCol="false" tIns="0" lIns="0" bIns="0" rIns="0">
            <a:spAutoFit/>
          </a:bodyPr>
          <a:lstStyle/>
          <a:p>
            <a:pPr algn="ctr">
              <a:lnSpc>
                <a:spcPts val="1725"/>
              </a:lnSpc>
              <a:spcBef>
                <a:spcPct val="0"/>
              </a:spcBef>
            </a:pPr>
            <a:r>
              <a:rPr lang="en-US" sz="1658">
                <a:solidFill>
                  <a:srgbClr val="FFFFFF"/>
                </a:solidFill>
                <a:latin typeface="Raleway"/>
                <a:ea typeface="Raleway"/>
                <a:cs typeface="Raleway"/>
                <a:sym typeface="Raleway"/>
              </a:rPr>
              <a:t>Page 5</a:t>
            </a:r>
          </a:p>
        </p:txBody>
      </p:sp>
      <p:sp>
        <p:nvSpPr>
          <p:cNvPr name="TextBox 15" id="15"/>
          <p:cNvSpPr txBox="true"/>
          <p:nvPr/>
        </p:nvSpPr>
        <p:spPr>
          <a:xfrm rot="0">
            <a:off x="16315179" y="1221648"/>
            <a:ext cx="944121" cy="291514"/>
          </a:xfrm>
          <a:prstGeom prst="rect">
            <a:avLst/>
          </a:prstGeom>
        </p:spPr>
        <p:txBody>
          <a:bodyPr anchor="t" rtlCol="false" tIns="0" lIns="0" bIns="0" rIns="0">
            <a:spAutoFit/>
          </a:bodyPr>
          <a:lstStyle/>
          <a:p>
            <a:pPr algn="l">
              <a:lnSpc>
                <a:spcPts val="2245"/>
              </a:lnSpc>
              <a:spcBef>
                <a:spcPct val="0"/>
              </a:spcBef>
            </a:pPr>
            <a:r>
              <a:rPr lang="en-US" sz="2158">
                <a:solidFill>
                  <a:srgbClr val="FFFFFF"/>
                </a:solidFill>
                <a:latin typeface="Montserrat"/>
                <a:ea typeface="Montserrat"/>
                <a:cs typeface="Montserrat"/>
                <a:sym typeface="Montserrat"/>
              </a:rPr>
              <a:t>2025</a:t>
            </a:r>
          </a:p>
        </p:txBody>
      </p:sp>
      <p:sp>
        <p:nvSpPr>
          <p:cNvPr name="TextBox 16" id="16"/>
          <p:cNvSpPr txBox="true"/>
          <p:nvPr/>
        </p:nvSpPr>
        <p:spPr>
          <a:xfrm rot="0">
            <a:off x="1928702" y="5823980"/>
            <a:ext cx="10672508" cy="1882455"/>
          </a:xfrm>
          <a:prstGeom prst="rect">
            <a:avLst/>
          </a:prstGeom>
        </p:spPr>
        <p:txBody>
          <a:bodyPr anchor="t" rtlCol="false" tIns="0" lIns="0" bIns="0" rIns="0">
            <a:spAutoFit/>
          </a:bodyPr>
          <a:lstStyle/>
          <a:p>
            <a:pPr algn="l">
              <a:lnSpc>
                <a:spcPts val="3727"/>
              </a:lnSpc>
            </a:pPr>
            <a:r>
              <a:rPr lang="en-US" sz="2958" spc="41" b="true">
                <a:solidFill>
                  <a:srgbClr val="FFFFFF"/>
                </a:solidFill>
                <a:latin typeface="Raleway Bold"/>
                <a:ea typeface="Raleway Bold"/>
                <a:cs typeface="Raleway Bold"/>
                <a:sym typeface="Raleway Bold"/>
              </a:rPr>
              <a:t>Graphic design is the art and practice of creating visual content to communicate ideas, messages, or information. It combines images, text, colors, and layouts to make communication both appealing and effective.</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0B0800"/>
        </a:solidFill>
      </p:bgPr>
    </p:bg>
    <p:spTree>
      <p:nvGrpSpPr>
        <p:cNvPr id="1" name=""/>
        <p:cNvGrpSpPr/>
        <p:nvPr/>
      </p:nvGrpSpPr>
      <p:grpSpPr>
        <a:xfrm>
          <a:off x="0" y="0"/>
          <a:ext cx="0" cy="0"/>
          <a:chOff x="0" y="0"/>
          <a:chExt cx="0" cy="0"/>
        </a:xfrm>
      </p:grpSpPr>
      <p:sp>
        <p:nvSpPr>
          <p:cNvPr name="Freeform 2" id="2"/>
          <p:cNvSpPr/>
          <p:nvPr/>
        </p:nvSpPr>
        <p:spPr>
          <a:xfrm flipH="false" flipV="false" rot="0">
            <a:off x="-12329008" y="1513162"/>
            <a:ext cx="17956749" cy="18046984"/>
          </a:xfrm>
          <a:custGeom>
            <a:avLst/>
            <a:gdLst/>
            <a:ahLst/>
            <a:cxnLst/>
            <a:rect r="r" b="b" t="t" l="l"/>
            <a:pathLst>
              <a:path h="18046984" w="17956749">
                <a:moveTo>
                  <a:pt x="0" y="0"/>
                </a:moveTo>
                <a:lnTo>
                  <a:pt x="17956749" y="0"/>
                </a:lnTo>
                <a:lnTo>
                  <a:pt x="17956749" y="18046985"/>
                </a:lnTo>
                <a:lnTo>
                  <a:pt x="0" y="18046985"/>
                </a:lnTo>
                <a:lnTo>
                  <a:pt x="0" y="0"/>
                </a:lnTo>
                <a:close/>
              </a:path>
            </a:pathLst>
          </a:custGeom>
          <a:blipFill>
            <a:blip r:embed="rId2"/>
            <a:stretch>
              <a:fillRect l="0" t="0" r="0" b="0"/>
            </a:stretch>
          </a:blipFill>
        </p:spPr>
      </p:sp>
      <p:sp>
        <p:nvSpPr>
          <p:cNvPr name="Freeform 3" id="3"/>
          <p:cNvSpPr/>
          <p:nvPr/>
        </p:nvSpPr>
        <p:spPr>
          <a:xfrm flipH="false" flipV="false" rot="0">
            <a:off x="6330741" y="-10904054"/>
            <a:ext cx="17956749" cy="18046984"/>
          </a:xfrm>
          <a:custGeom>
            <a:avLst/>
            <a:gdLst/>
            <a:ahLst/>
            <a:cxnLst/>
            <a:rect r="r" b="b" t="t" l="l"/>
            <a:pathLst>
              <a:path h="18046984" w="17956749">
                <a:moveTo>
                  <a:pt x="0" y="0"/>
                </a:moveTo>
                <a:lnTo>
                  <a:pt x="17956749" y="0"/>
                </a:lnTo>
                <a:lnTo>
                  <a:pt x="17956749" y="18046984"/>
                </a:lnTo>
                <a:lnTo>
                  <a:pt x="0" y="18046984"/>
                </a:lnTo>
                <a:lnTo>
                  <a:pt x="0" y="0"/>
                </a:lnTo>
                <a:close/>
              </a:path>
            </a:pathLst>
          </a:custGeom>
          <a:blipFill>
            <a:blip r:embed="rId2"/>
            <a:stretch>
              <a:fillRect l="0" t="0" r="0" b="0"/>
            </a:stretch>
          </a:blipFill>
        </p:spPr>
      </p:sp>
      <p:sp>
        <p:nvSpPr>
          <p:cNvPr name="TextBox 4" id="4"/>
          <p:cNvSpPr txBox="true"/>
          <p:nvPr/>
        </p:nvSpPr>
        <p:spPr>
          <a:xfrm rot="0">
            <a:off x="1928702" y="2401249"/>
            <a:ext cx="13432875" cy="3207892"/>
          </a:xfrm>
          <a:prstGeom prst="rect">
            <a:avLst/>
          </a:prstGeom>
        </p:spPr>
        <p:txBody>
          <a:bodyPr anchor="t" rtlCol="false" tIns="0" lIns="0" bIns="0" rIns="0">
            <a:spAutoFit/>
          </a:bodyPr>
          <a:lstStyle/>
          <a:p>
            <a:pPr algn="l">
              <a:lnSpc>
                <a:spcPts val="12378"/>
              </a:lnSpc>
              <a:spcBef>
                <a:spcPct val="0"/>
              </a:spcBef>
            </a:pPr>
            <a:r>
              <a:rPr lang="en-US" b="true" sz="11902">
                <a:solidFill>
                  <a:srgbClr val="FFFFFF"/>
                </a:solidFill>
                <a:latin typeface="Raleway Bold"/>
                <a:ea typeface="Raleway Bold"/>
                <a:cs typeface="Raleway Bold"/>
                <a:sym typeface="Raleway Bold"/>
              </a:rPr>
              <a:t>The Designer’s Growth Path</a:t>
            </a:r>
          </a:p>
        </p:txBody>
      </p:sp>
      <p:sp>
        <p:nvSpPr>
          <p:cNvPr name="Freeform 5" id="5"/>
          <p:cNvSpPr/>
          <p:nvPr/>
        </p:nvSpPr>
        <p:spPr>
          <a:xfrm flipH="false" flipV="false" rot="0">
            <a:off x="10199173" y="6125489"/>
            <a:ext cx="912505" cy="912505"/>
          </a:xfrm>
          <a:custGeom>
            <a:avLst/>
            <a:gdLst/>
            <a:ahLst/>
            <a:cxnLst/>
            <a:rect r="r" b="b" t="t" l="l"/>
            <a:pathLst>
              <a:path h="912505" w="912505">
                <a:moveTo>
                  <a:pt x="0" y="0"/>
                </a:moveTo>
                <a:lnTo>
                  <a:pt x="912505" y="0"/>
                </a:lnTo>
                <a:lnTo>
                  <a:pt x="912505" y="912505"/>
                </a:lnTo>
                <a:lnTo>
                  <a:pt x="0" y="91250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6" id="6"/>
          <p:cNvGrpSpPr/>
          <p:nvPr/>
        </p:nvGrpSpPr>
        <p:grpSpPr>
          <a:xfrm rot="0">
            <a:off x="15361577" y="986553"/>
            <a:ext cx="667852" cy="667852"/>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lnTo>
                    <a:pt x="485289" y="111986"/>
                  </a:lnTo>
                  <a:lnTo>
                    <a:pt x="609600" y="54447"/>
                  </a:lnTo>
                  <a:lnTo>
                    <a:pt x="621927" y="190873"/>
                  </a:lnTo>
                  <a:lnTo>
                    <a:pt x="758353" y="203200"/>
                  </a:lnTo>
                  <a:lnTo>
                    <a:pt x="700814" y="327511"/>
                  </a:lnTo>
                  <a:lnTo>
                    <a:pt x="812800" y="406400"/>
                  </a:lnTo>
                  <a:lnTo>
                    <a:pt x="700814" y="485289"/>
                  </a:lnTo>
                  <a:lnTo>
                    <a:pt x="758353" y="609600"/>
                  </a:lnTo>
                  <a:lnTo>
                    <a:pt x="621927" y="621927"/>
                  </a:lnTo>
                  <a:lnTo>
                    <a:pt x="609600" y="758353"/>
                  </a:lnTo>
                  <a:lnTo>
                    <a:pt x="485289" y="700814"/>
                  </a:lnTo>
                  <a:lnTo>
                    <a:pt x="406400" y="812800"/>
                  </a:lnTo>
                  <a:lnTo>
                    <a:pt x="327511" y="700814"/>
                  </a:lnTo>
                  <a:lnTo>
                    <a:pt x="203200" y="758353"/>
                  </a:lnTo>
                  <a:lnTo>
                    <a:pt x="190873" y="621927"/>
                  </a:lnTo>
                  <a:lnTo>
                    <a:pt x="54447" y="609600"/>
                  </a:lnTo>
                  <a:lnTo>
                    <a:pt x="111986" y="485289"/>
                  </a:lnTo>
                  <a:lnTo>
                    <a:pt x="0" y="406400"/>
                  </a:lnTo>
                  <a:lnTo>
                    <a:pt x="111986" y="327511"/>
                  </a:lnTo>
                  <a:lnTo>
                    <a:pt x="54447" y="203200"/>
                  </a:lnTo>
                  <a:lnTo>
                    <a:pt x="190873" y="190873"/>
                  </a:lnTo>
                  <a:lnTo>
                    <a:pt x="203200" y="54447"/>
                  </a:lnTo>
                  <a:lnTo>
                    <a:pt x="327511" y="111986"/>
                  </a:lnTo>
                  <a:lnTo>
                    <a:pt x="406400" y="0"/>
                  </a:lnTo>
                  <a:close/>
                </a:path>
              </a:pathLst>
            </a:custGeom>
            <a:solidFill>
              <a:srgbClr val="F2F1EB"/>
            </a:solidFill>
          </p:spPr>
        </p:sp>
        <p:sp>
          <p:nvSpPr>
            <p:cNvPr name="TextBox 8" id="8"/>
            <p:cNvSpPr txBox="true"/>
            <p:nvPr/>
          </p:nvSpPr>
          <p:spPr>
            <a:xfrm>
              <a:off x="127000" y="155575"/>
              <a:ext cx="558800" cy="530225"/>
            </a:xfrm>
            <a:prstGeom prst="rect">
              <a:avLst/>
            </a:prstGeom>
          </p:spPr>
          <p:txBody>
            <a:bodyPr anchor="ctr" rtlCol="false" tIns="50800" lIns="50800" bIns="50800" rIns="50800"/>
            <a:lstStyle/>
            <a:p>
              <a:pPr algn="ctr">
                <a:lnSpc>
                  <a:spcPts val="2661"/>
                </a:lnSpc>
              </a:pPr>
            </a:p>
          </p:txBody>
        </p:sp>
      </p:grpSp>
      <p:sp>
        <p:nvSpPr>
          <p:cNvPr name="Freeform 9" id="9"/>
          <p:cNvSpPr/>
          <p:nvPr/>
        </p:nvSpPr>
        <p:spPr>
          <a:xfrm flipH="true" flipV="false" rot="0">
            <a:off x="16998830" y="8999755"/>
            <a:ext cx="416017" cy="418299"/>
          </a:xfrm>
          <a:custGeom>
            <a:avLst/>
            <a:gdLst/>
            <a:ahLst/>
            <a:cxnLst/>
            <a:rect r="r" b="b" t="t" l="l"/>
            <a:pathLst>
              <a:path h="418299" w="416017">
                <a:moveTo>
                  <a:pt x="416017" y="0"/>
                </a:moveTo>
                <a:lnTo>
                  <a:pt x="0" y="0"/>
                </a:lnTo>
                <a:lnTo>
                  <a:pt x="0" y="418299"/>
                </a:lnTo>
                <a:lnTo>
                  <a:pt x="416017" y="418299"/>
                </a:lnTo>
                <a:lnTo>
                  <a:pt x="416017" y="0"/>
                </a:lnTo>
                <a:close/>
              </a:path>
            </a:pathLst>
          </a:custGeom>
          <a:blipFill>
            <a:blip r:embed="rId5"/>
            <a:stretch>
              <a:fillRect l="0" t="0" r="0" b="0"/>
            </a:stretch>
          </a:blipFill>
        </p:spPr>
      </p:sp>
      <p:sp>
        <p:nvSpPr>
          <p:cNvPr name="Freeform 10" id="10"/>
          <p:cNvSpPr/>
          <p:nvPr/>
        </p:nvSpPr>
        <p:spPr>
          <a:xfrm flipH="false" flipV="false" rot="0">
            <a:off x="1928702" y="361902"/>
            <a:ext cx="4739427" cy="1662343"/>
          </a:xfrm>
          <a:custGeom>
            <a:avLst/>
            <a:gdLst/>
            <a:ahLst/>
            <a:cxnLst/>
            <a:rect r="r" b="b" t="t" l="l"/>
            <a:pathLst>
              <a:path h="1662343" w="4739427">
                <a:moveTo>
                  <a:pt x="0" y="0"/>
                </a:moveTo>
                <a:lnTo>
                  <a:pt x="4739427" y="0"/>
                </a:lnTo>
                <a:lnTo>
                  <a:pt x="4739427" y="1662343"/>
                </a:lnTo>
                <a:lnTo>
                  <a:pt x="0" y="1662343"/>
                </a:lnTo>
                <a:lnTo>
                  <a:pt x="0" y="0"/>
                </a:lnTo>
                <a:close/>
              </a:path>
            </a:pathLst>
          </a:custGeom>
          <a:blipFill>
            <a:blip r:embed="rId6"/>
            <a:stretch>
              <a:fillRect l="-11615" t="0" r="-1272" b="-6210"/>
            </a:stretch>
          </a:blipFill>
        </p:spPr>
      </p:sp>
      <p:sp>
        <p:nvSpPr>
          <p:cNvPr name="Freeform 11" id="11"/>
          <p:cNvSpPr/>
          <p:nvPr/>
        </p:nvSpPr>
        <p:spPr>
          <a:xfrm flipH="false" flipV="false" rot="0">
            <a:off x="12254678" y="3314659"/>
            <a:ext cx="5057729" cy="5415699"/>
          </a:xfrm>
          <a:custGeom>
            <a:avLst/>
            <a:gdLst/>
            <a:ahLst/>
            <a:cxnLst/>
            <a:rect r="r" b="b" t="t" l="l"/>
            <a:pathLst>
              <a:path h="5415699" w="5057729">
                <a:moveTo>
                  <a:pt x="0" y="0"/>
                </a:moveTo>
                <a:lnTo>
                  <a:pt x="5057729" y="0"/>
                </a:lnTo>
                <a:lnTo>
                  <a:pt x="5057729" y="5415699"/>
                </a:lnTo>
                <a:lnTo>
                  <a:pt x="0" y="5415699"/>
                </a:lnTo>
                <a:lnTo>
                  <a:pt x="0" y="0"/>
                </a:lnTo>
                <a:close/>
              </a:path>
            </a:pathLst>
          </a:custGeom>
          <a:blipFill>
            <a:blip r:embed="rId7"/>
            <a:stretch>
              <a:fillRect l="-7974" t="0" r="-7974" b="-10073"/>
            </a:stretch>
          </a:blipFill>
        </p:spPr>
      </p:sp>
      <p:sp>
        <p:nvSpPr>
          <p:cNvPr name="TextBox 12" id="12"/>
          <p:cNvSpPr txBox="true"/>
          <p:nvPr/>
        </p:nvSpPr>
        <p:spPr>
          <a:xfrm rot="0">
            <a:off x="1928702" y="9374341"/>
            <a:ext cx="3631063" cy="345235"/>
          </a:xfrm>
          <a:prstGeom prst="rect">
            <a:avLst/>
          </a:prstGeom>
        </p:spPr>
        <p:txBody>
          <a:bodyPr anchor="t" rtlCol="false" tIns="0" lIns="0" bIns="0" rIns="0">
            <a:spAutoFit/>
          </a:bodyPr>
          <a:lstStyle/>
          <a:p>
            <a:pPr algn="l">
              <a:lnSpc>
                <a:spcPts val="2557"/>
              </a:lnSpc>
              <a:spcBef>
                <a:spcPct val="0"/>
              </a:spcBef>
            </a:pPr>
            <a:r>
              <a:rPr lang="en-US" sz="2458">
                <a:solidFill>
                  <a:srgbClr val="FFFFFF"/>
                </a:solidFill>
                <a:latin typeface="Raleway"/>
                <a:ea typeface="Raleway"/>
                <a:cs typeface="Raleway"/>
                <a:sym typeface="Raleway"/>
              </a:rPr>
              <a:t>Presented by</a:t>
            </a:r>
          </a:p>
        </p:txBody>
      </p:sp>
      <p:sp>
        <p:nvSpPr>
          <p:cNvPr name="TextBox 13" id="13"/>
          <p:cNvSpPr txBox="true"/>
          <p:nvPr/>
        </p:nvSpPr>
        <p:spPr>
          <a:xfrm rot="0">
            <a:off x="4298416" y="9335924"/>
            <a:ext cx="3631063" cy="422070"/>
          </a:xfrm>
          <a:prstGeom prst="rect">
            <a:avLst/>
          </a:prstGeom>
        </p:spPr>
        <p:txBody>
          <a:bodyPr anchor="t" rtlCol="false" tIns="0" lIns="0" bIns="0" rIns="0">
            <a:spAutoFit/>
          </a:bodyPr>
          <a:lstStyle/>
          <a:p>
            <a:pPr algn="l">
              <a:lnSpc>
                <a:spcPts val="3076"/>
              </a:lnSpc>
              <a:spcBef>
                <a:spcPct val="0"/>
              </a:spcBef>
            </a:pPr>
            <a:r>
              <a:rPr lang="en-US" b="true" sz="2958">
                <a:solidFill>
                  <a:srgbClr val="FFFFFF"/>
                </a:solidFill>
                <a:latin typeface="Raleway Bold"/>
                <a:ea typeface="Raleway Bold"/>
                <a:cs typeface="Raleway Bold"/>
                <a:sym typeface="Raleway Bold"/>
              </a:rPr>
              <a:t>VICTOR A.I</a:t>
            </a:r>
          </a:p>
        </p:txBody>
      </p:sp>
      <p:sp>
        <p:nvSpPr>
          <p:cNvPr name="TextBox 14" id="14"/>
          <p:cNvSpPr txBox="true"/>
          <p:nvPr/>
        </p:nvSpPr>
        <p:spPr>
          <a:xfrm rot="0">
            <a:off x="15309115" y="9072819"/>
            <a:ext cx="1716617" cy="345235"/>
          </a:xfrm>
          <a:prstGeom prst="rect">
            <a:avLst/>
          </a:prstGeom>
        </p:spPr>
        <p:txBody>
          <a:bodyPr anchor="t" rtlCol="false" tIns="0" lIns="0" bIns="0" rIns="0">
            <a:spAutoFit/>
          </a:bodyPr>
          <a:lstStyle/>
          <a:p>
            <a:pPr algn="l">
              <a:lnSpc>
                <a:spcPts val="2557"/>
              </a:lnSpc>
              <a:spcBef>
                <a:spcPct val="0"/>
              </a:spcBef>
            </a:pPr>
            <a:r>
              <a:rPr lang="en-US" sz="2458">
                <a:solidFill>
                  <a:srgbClr val="FFFFFF"/>
                </a:solidFill>
                <a:latin typeface="Raleway"/>
                <a:ea typeface="Raleway"/>
                <a:cs typeface="Raleway"/>
                <a:sym typeface="Raleway"/>
              </a:rPr>
              <a:t>Next Slide</a:t>
            </a:r>
          </a:p>
        </p:txBody>
      </p:sp>
      <p:sp>
        <p:nvSpPr>
          <p:cNvPr name="TextBox 15" id="15"/>
          <p:cNvSpPr txBox="true"/>
          <p:nvPr/>
        </p:nvSpPr>
        <p:spPr>
          <a:xfrm rot="-5400000">
            <a:off x="129306" y="8871810"/>
            <a:ext cx="1078468" cy="243254"/>
          </a:xfrm>
          <a:prstGeom prst="rect">
            <a:avLst/>
          </a:prstGeom>
        </p:spPr>
        <p:txBody>
          <a:bodyPr anchor="t" rtlCol="false" tIns="0" lIns="0" bIns="0" rIns="0">
            <a:spAutoFit/>
          </a:bodyPr>
          <a:lstStyle/>
          <a:p>
            <a:pPr algn="ctr">
              <a:lnSpc>
                <a:spcPts val="1725"/>
              </a:lnSpc>
              <a:spcBef>
                <a:spcPct val="0"/>
              </a:spcBef>
            </a:pPr>
            <a:r>
              <a:rPr lang="en-US" sz="1658">
                <a:solidFill>
                  <a:srgbClr val="FFFFFF"/>
                </a:solidFill>
                <a:latin typeface="Raleway"/>
                <a:ea typeface="Raleway"/>
                <a:cs typeface="Raleway"/>
                <a:sym typeface="Raleway"/>
              </a:rPr>
              <a:t>Page 6</a:t>
            </a:r>
          </a:p>
        </p:txBody>
      </p:sp>
      <p:sp>
        <p:nvSpPr>
          <p:cNvPr name="TextBox 16" id="16"/>
          <p:cNvSpPr txBox="true"/>
          <p:nvPr/>
        </p:nvSpPr>
        <p:spPr>
          <a:xfrm rot="0">
            <a:off x="16315179" y="1221648"/>
            <a:ext cx="944121" cy="291514"/>
          </a:xfrm>
          <a:prstGeom prst="rect">
            <a:avLst/>
          </a:prstGeom>
        </p:spPr>
        <p:txBody>
          <a:bodyPr anchor="t" rtlCol="false" tIns="0" lIns="0" bIns="0" rIns="0">
            <a:spAutoFit/>
          </a:bodyPr>
          <a:lstStyle/>
          <a:p>
            <a:pPr algn="l">
              <a:lnSpc>
                <a:spcPts val="2245"/>
              </a:lnSpc>
              <a:spcBef>
                <a:spcPct val="0"/>
              </a:spcBef>
            </a:pPr>
            <a:r>
              <a:rPr lang="en-US" sz="2158">
                <a:solidFill>
                  <a:srgbClr val="FFFFFF"/>
                </a:solidFill>
                <a:latin typeface="Montserrat"/>
                <a:ea typeface="Montserrat"/>
                <a:cs typeface="Montserrat"/>
                <a:sym typeface="Montserrat"/>
              </a:rPr>
              <a:t>2025</a:t>
            </a:r>
          </a:p>
        </p:txBody>
      </p:sp>
      <p:sp>
        <p:nvSpPr>
          <p:cNvPr name="TextBox 17" id="17"/>
          <p:cNvSpPr txBox="true"/>
          <p:nvPr/>
        </p:nvSpPr>
        <p:spPr>
          <a:xfrm rot="0">
            <a:off x="1928702" y="6109932"/>
            <a:ext cx="6716437" cy="2620425"/>
          </a:xfrm>
          <a:prstGeom prst="rect">
            <a:avLst/>
          </a:prstGeom>
        </p:spPr>
        <p:txBody>
          <a:bodyPr anchor="t" rtlCol="false" tIns="0" lIns="0" bIns="0" rIns="0">
            <a:spAutoFit/>
          </a:bodyPr>
          <a:lstStyle/>
          <a:p>
            <a:pPr algn="l">
              <a:lnSpc>
                <a:spcPts val="4142"/>
              </a:lnSpc>
            </a:pPr>
            <a:r>
              <a:rPr lang="en-US" sz="2958" spc="41" b="true">
                <a:solidFill>
                  <a:srgbClr val="FFFFFF"/>
                </a:solidFill>
                <a:latin typeface="Raleway Bold"/>
                <a:ea typeface="Raleway Bold"/>
                <a:cs typeface="Raleway Bold"/>
                <a:sym typeface="Raleway Bold"/>
              </a:rPr>
              <a:t>1. Learn: free tutorials &amp; courses.</a:t>
            </a:r>
          </a:p>
          <a:p>
            <a:pPr algn="l">
              <a:lnSpc>
                <a:spcPts val="4142"/>
              </a:lnSpc>
            </a:pPr>
            <a:r>
              <a:rPr lang="en-US" sz="2958" spc="41" b="true">
                <a:solidFill>
                  <a:srgbClr val="FFFFFF"/>
                </a:solidFill>
                <a:latin typeface="Raleway Bold"/>
                <a:ea typeface="Raleway Bold"/>
                <a:cs typeface="Raleway Bold"/>
                <a:sym typeface="Raleway Bold"/>
              </a:rPr>
              <a:t>2. Practice: daily challenges.</a:t>
            </a:r>
          </a:p>
          <a:p>
            <a:pPr algn="l">
              <a:lnSpc>
                <a:spcPts val="4142"/>
              </a:lnSpc>
            </a:pPr>
            <a:r>
              <a:rPr lang="en-US" sz="2958" spc="41" b="true">
                <a:solidFill>
                  <a:srgbClr val="FFFFFF"/>
                </a:solidFill>
                <a:latin typeface="Raleway Bold"/>
                <a:ea typeface="Raleway Bold"/>
                <a:cs typeface="Raleway Bold"/>
                <a:sym typeface="Raleway Bold"/>
              </a:rPr>
              <a:t>3. Build: create your portfolio.</a:t>
            </a:r>
          </a:p>
          <a:p>
            <a:pPr algn="l">
              <a:lnSpc>
                <a:spcPts val="4142"/>
              </a:lnSpc>
            </a:pPr>
            <a:r>
              <a:rPr lang="en-US" sz="2958" spc="41" b="true">
                <a:solidFill>
                  <a:srgbClr val="FFFFFF"/>
                </a:solidFill>
                <a:latin typeface="Raleway Bold"/>
                <a:ea typeface="Raleway Bold"/>
                <a:cs typeface="Raleway Bold"/>
                <a:sym typeface="Raleway Bold"/>
              </a:rPr>
              <a:t>4. Network: join communities.</a:t>
            </a:r>
          </a:p>
          <a:p>
            <a:pPr algn="l">
              <a:lnSpc>
                <a:spcPts val="4142"/>
              </a:lnSpc>
            </a:pPr>
            <a:r>
              <a:rPr lang="en-US" sz="2958" spc="41" b="true">
                <a:solidFill>
                  <a:srgbClr val="FFFFFF"/>
                </a:solidFill>
                <a:latin typeface="Raleway Bold"/>
                <a:ea typeface="Raleway Bold"/>
                <a:cs typeface="Raleway Bold"/>
                <a:sym typeface="Raleway Bold"/>
              </a:rPr>
              <a:t>5. Earn: start freelancing.</a:t>
            </a:r>
          </a:p>
        </p:txBody>
      </p:sp>
      <p:sp>
        <p:nvSpPr>
          <p:cNvPr name="TextBox 18" id="18"/>
          <p:cNvSpPr txBox="true"/>
          <p:nvPr/>
        </p:nvSpPr>
        <p:spPr>
          <a:xfrm rot="0">
            <a:off x="1928702" y="5532941"/>
            <a:ext cx="10672508" cy="1048800"/>
          </a:xfrm>
          <a:prstGeom prst="rect">
            <a:avLst/>
          </a:prstGeom>
        </p:spPr>
        <p:txBody>
          <a:bodyPr anchor="t" rtlCol="false" tIns="0" lIns="0" bIns="0" rIns="0">
            <a:spAutoFit/>
          </a:bodyPr>
          <a:lstStyle/>
          <a:p>
            <a:pPr algn="l">
              <a:lnSpc>
                <a:spcPts val="4142"/>
              </a:lnSpc>
            </a:pPr>
            <a:r>
              <a:rPr lang="en-US" sz="2958" spc="41" b="true">
                <a:solidFill>
                  <a:srgbClr val="FFFFFF"/>
                </a:solidFill>
                <a:latin typeface="Raleway Bold"/>
                <a:ea typeface="Raleway Bold"/>
                <a:cs typeface="Raleway Bold"/>
                <a:sym typeface="Raleway Bold"/>
              </a:rPr>
              <a:t>“Design is growth not competition.”</a:t>
            </a:r>
          </a:p>
          <a:p>
            <a:pPr algn="l">
              <a:lnSpc>
                <a:spcPts val="4142"/>
              </a:lnSpc>
            </a:pP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0B0800"/>
        </a:solidFill>
      </p:bgPr>
    </p:bg>
    <p:spTree>
      <p:nvGrpSpPr>
        <p:cNvPr id="1" name=""/>
        <p:cNvGrpSpPr/>
        <p:nvPr/>
      </p:nvGrpSpPr>
      <p:grpSpPr>
        <a:xfrm>
          <a:off x="0" y="0"/>
          <a:ext cx="0" cy="0"/>
          <a:chOff x="0" y="0"/>
          <a:chExt cx="0" cy="0"/>
        </a:xfrm>
      </p:grpSpPr>
      <p:sp>
        <p:nvSpPr>
          <p:cNvPr name="Freeform 2" id="2"/>
          <p:cNvSpPr/>
          <p:nvPr/>
        </p:nvSpPr>
        <p:spPr>
          <a:xfrm flipH="false" flipV="false" rot="0">
            <a:off x="-12329008" y="1513162"/>
            <a:ext cx="17956749" cy="18046984"/>
          </a:xfrm>
          <a:custGeom>
            <a:avLst/>
            <a:gdLst/>
            <a:ahLst/>
            <a:cxnLst/>
            <a:rect r="r" b="b" t="t" l="l"/>
            <a:pathLst>
              <a:path h="18046984" w="17956749">
                <a:moveTo>
                  <a:pt x="0" y="0"/>
                </a:moveTo>
                <a:lnTo>
                  <a:pt x="17956749" y="0"/>
                </a:lnTo>
                <a:lnTo>
                  <a:pt x="17956749" y="18046985"/>
                </a:lnTo>
                <a:lnTo>
                  <a:pt x="0" y="18046985"/>
                </a:lnTo>
                <a:lnTo>
                  <a:pt x="0" y="0"/>
                </a:lnTo>
                <a:close/>
              </a:path>
            </a:pathLst>
          </a:custGeom>
          <a:blipFill>
            <a:blip r:embed="rId2"/>
            <a:stretch>
              <a:fillRect l="0" t="0" r="0" b="0"/>
            </a:stretch>
          </a:blipFill>
        </p:spPr>
      </p:sp>
      <p:sp>
        <p:nvSpPr>
          <p:cNvPr name="Freeform 3" id="3"/>
          <p:cNvSpPr/>
          <p:nvPr/>
        </p:nvSpPr>
        <p:spPr>
          <a:xfrm flipH="false" flipV="false" rot="0">
            <a:off x="6330741" y="-10904054"/>
            <a:ext cx="17956749" cy="18046984"/>
          </a:xfrm>
          <a:custGeom>
            <a:avLst/>
            <a:gdLst/>
            <a:ahLst/>
            <a:cxnLst/>
            <a:rect r="r" b="b" t="t" l="l"/>
            <a:pathLst>
              <a:path h="18046984" w="17956749">
                <a:moveTo>
                  <a:pt x="0" y="0"/>
                </a:moveTo>
                <a:lnTo>
                  <a:pt x="17956749" y="0"/>
                </a:lnTo>
                <a:lnTo>
                  <a:pt x="17956749" y="18046984"/>
                </a:lnTo>
                <a:lnTo>
                  <a:pt x="0" y="18046984"/>
                </a:lnTo>
                <a:lnTo>
                  <a:pt x="0" y="0"/>
                </a:lnTo>
                <a:close/>
              </a:path>
            </a:pathLst>
          </a:custGeom>
          <a:blipFill>
            <a:blip r:embed="rId2"/>
            <a:stretch>
              <a:fillRect l="0" t="0" r="0" b="0"/>
            </a:stretch>
          </a:blipFill>
        </p:spPr>
      </p:sp>
      <p:sp>
        <p:nvSpPr>
          <p:cNvPr name="TextBox 4" id="4"/>
          <p:cNvSpPr txBox="true"/>
          <p:nvPr/>
        </p:nvSpPr>
        <p:spPr>
          <a:xfrm rot="0">
            <a:off x="1928702" y="2401249"/>
            <a:ext cx="13432875" cy="3207892"/>
          </a:xfrm>
          <a:prstGeom prst="rect">
            <a:avLst/>
          </a:prstGeom>
        </p:spPr>
        <p:txBody>
          <a:bodyPr anchor="t" rtlCol="false" tIns="0" lIns="0" bIns="0" rIns="0">
            <a:spAutoFit/>
          </a:bodyPr>
          <a:lstStyle/>
          <a:p>
            <a:pPr algn="l">
              <a:lnSpc>
                <a:spcPts val="12378"/>
              </a:lnSpc>
              <a:spcBef>
                <a:spcPct val="0"/>
              </a:spcBef>
            </a:pPr>
            <a:r>
              <a:rPr lang="en-US" b="true" sz="11902">
                <a:solidFill>
                  <a:srgbClr val="FFFFFF"/>
                </a:solidFill>
                <a:latin typeface="Raleway Bold"/>
                <a:ea typeface="Raleway Bold"/>
                <a:cs typeface="Raleway Bold"/>
                <a:sym typeface="Raleway Bold"/>
              </a:rPr>
              <a:t>The Power of Mobile Graphics</a:t>
            </a:r>
          </a:p>
        </p:txBody>
      </p:sp>
      <p:sp>
        <p:nvSpPr>
          <p:cNvPr name="Freeform 5" id="5"/>
          <p:cNvSpPr/>
          <p:nvPr/>
        </p:nvSpPr>
        <p:spPr>
          <a:xfrm flipH="false" flipV="false" rot="0">
            <a:off x="14905325" y="4949576"/>
            <a:ext cx="912505" cy="912505"/>
          </a:xfrm>
          <a:custGeom>
            <a:avLst/>
            <a:gdLst/>
            <a:ahLst/>
            <a:cxnLst/>
            <a:rect r="r" b="b" t="t" l="l"/>
            <a:pathLst>
              <a:path h="912505" w="912505">
                <a:moveTo>
                  <a:pt x="0" y="0"/>
                </a:moveTo>
                <a:lnTo>
                  <a:pt x="912504" y="0"/>
                </a:lnTo>
                <a:lnTo>
                  <a:pt x="912504" y="912504"/>
                </a:lnTo>
                <a:lnTo>
                  <a:pt x="0" y="91250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6" id="6"/>
          <p:cNvGrpSpPr/>
          <p:nvPr/>
        </p:nvGrpSpPr>
        <p:grpSpPr>
          <a:xfrm rot="0">
            <a:off x="15361577" y="986553"/>
            <a:ext cx="667852" cy="667852"/>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lnTo>
                    <a:pt x="485289" y="111986"/>
                  </a:lnTo>
                  <a:lnTo>
                    <a:pt x="609600" y="54447"/>
                  </a:lnTo>
                  <a:lnTo>
                    <a:pt x="621927" y="190873"/>
                  </a:lnTo>
                  <a:lnTo>
                    <a:pt x="758353" y="203200"/>
                  </a:lnTo>
                  <a:lnTo>
                    <a:pt x="700814" y="327511"/>
                  </a:lnTo>
                  <a:lnTo>
                    <a:pt x="812800" y="406400"/>
                  </a:lnTo>
                  <a:lnTo>
                    <a:pt x="700814" y="485289"/>
                  </a:lnTo>
                  <a:lnTo>
                    <a:pt x="758353" y="609600"/>
                  </a:lnTo>
                  <a:lnTo>
                    <a:pt x="621927" y="621927"/>
                  </a:lnTo>
                  <a:lnTo>
                    <a:pt x="609600" y="758353"/>
                  </a:lnTo>
                  <a:lnTo>
                    <a:pt x="485289" y="700814"/>
                  </a:lnTo>
                  <a:lnTo>
                    <a:pt x="406400" y="812800"/>
                  </a:lnTo>
                  <a:lnTo>
                    <a:pt x="327511" y="700814"/>
                  </a:lnTo>
                  <a:lnTo>
                    <a:pt x="203200" y="758353"/>
                  </a:lnTo>
                  <a:lnTo>
                    <a:pt x="190873" y="621927"/>
                  </a:lnTo>
                  <a:lnTo>
                    <a:pt x="54447" y="609600"/>
                  </a:lnTo>
                  <a:lnTo>
                    <a:pt x="111986" y="485289"/>
                  </a:lnTo>
                  <a:lnTo>
                    <a:pt x="0" y="406400"/>
                  </a:lnTo>
                  <a:lnTo>
                    <a:pt x="111986" y="327511"/>
                  </a:lnTo>
                  <a:lnTo>
                    <a:pt x="54447" y="203200"/>
                  </a:lnTo>
                  <a:lnTo>
                    <a:pt x="190873" y="190873"/>
                  </a:lnTo>
                  <a:lnTo>
                    <a:pt x="203200" y="54447"/>
                  </a:lnTo>
                  <a:lnTo>
                    <a:pt x="327511" y="111986"/>
                  </a:lnTo>
                  <a:lnTo>
                    <a:pt x="406400" y="0"/>
                  </a:lnTo>
                  <a:close/>
                </a:path>
              </a:pathLst>
            </a:custGeom>
            <a:solidFill>
              <a:srgbClr val="F2F1EB"/>
            </a:solidFill>
          </p:spPr>
        </p:sp>
        <p:sp>
          <p:nvSpPr>
            <p:cNvPr name="TextBox 8" id="8"/>
            <p:cNvSpPr txBox="true"/>
            <p:nvPr/>
          </p:nvSpPr>
          <p:spPr>
            <a:xfrm>
              <a:off x="127000" y="155575"/>
              <a:ext cx="558800" cy="530225"/>
            </a:xfrm>
            <a:prstGeom prst="rect">
              <a:avLst/>
            </a:prstGeom>
          </p:spPr>
          <p:txBody>
            <a:bodyPr anchor="ctr" rtlCol="false" tIns="50800" lIns="50800" bIns="50800" rIns="50800"/>
            <a:lstStyle/>
            <a:p>
              <a:pPr algn="ctr">
                <a:lnSpc>
                  <a:spcPts val="2661"/>
                </a:lnSpc>
              </a:pPr>
            </a:p>
          </p:txBody>
        </p:sp>
      </p:grpSp>
      <p:sp>
        <p:nvSpPr>
          <p:cNvPr name="Freeform 9" id="9"/>
          <p:cNvSpPr/>
          <p:nvPr/>
        </p:nvSpPr>
        <p:spPr>
          <a:xfrm flipH="true" flipV="false" rot="0">
            <a:off x="16998830" y="8999755"/>
            <a:ext cx="416017" cy="418299"/>
          </a:xfrm>
          <a:custGeom>
            <a:avLst/>
            <a:gdLst/>
            <a:ahLst/>
            <a:cxnLst/>
            <a:rect r="r" b="b" t="t" l="l"/>
            <a:pathLst>
              <a:path h="418299" w="416017">
                <a:moveTo>
                  <a:pt x="416017" y="0"/>
                </a:moveTo>
                <a:lnTo>
                  <a:pt x="0" y="0"/>
                </a:lnTo>
                <a:lnTo>
                  <a:pt x="0" y="418299"/>
                </a:lnTo>
                <a:lnTo>
                  <a:pt x="416017" y="418299"/>
                </a:lnTo>
                <a:lnTo>
                  <a:pt x="416017" y="0"/>
                </a:lnTo>
                <a:close/>
              </a:path>
            </a:pathLst>
          </a:custGeom>
          <a:blipFill>
            <a:blip r:embed="rId5"/>
            <a:stretch>
              <a:fillRect l="0" t="0" r="0" b="0"/>
            </a:stretch>
          </a:blipFill>
        </p:spPr>
      </p:sp>
      <p:sp>
        <p:nvSpPr>
          <p:cNvPr name="Freeform 10" id="10"/>
          <p:cNvSpPr/>
          <p:nvPr/>
        </p:nvSpPr>
        <p:spPr>
          <a:xfrm flipH="false" flipV="false" rot="0">
            <a:off x="1928702" y="361902"/>
            <a:ext cx="4739427" cy="1662343"/>
          </a:xfrm>
          <a:custGeom>
            <a:avLst/>
            <a:gdLst/>
            <a:ahLst/>
            <a:cxnLst/>
            <a:rect r="r" b="b" t="t" l="l"/>
            <a:pathLst>
              <a:path h="1662343" w="4739427">
                <a:moveTo>
                  <a:pt x="0" y="0"/>
                </a:moveTo>
                <a:lnTo>
                  <a:pt x="4739427" y="0"/>
                </a:lnTo>
                <a:lnTo>
                  <a:pt x="4739427" y="1662343"/>
                </a:lnTo>
                <a:lnTo>
                  <a:pt x="0" y="1662343"/>
                </a:lnTo>
                <a:lnTo>
                  <a:pt x="0" y="0"/>
                </a:lnTo>
                <a:close/>
              </a:path>
            </a:pathLst>
          </a:custGeom>
          <a:blipFill>
            <a:blip r:embed="rId6"/>
            <a:stretch>
              <a:fillRect l="-11615" t="0" r="-1272" b="-6210"/>
            </a:stretch>
          </a:blipFill>
        </p:spPr>
      </p:sp>
      <p:sp>
        <p:nvSpPr>
          <p:cNvPr name="TextBox 11" id="11"/>
          <p:cNvSpPr txBox="true"/>
          <p:nvPr/>
        </p:nvSpPr>
        <p:spPr>
          <a:xfrm rot="0">
            <a:off x="1928702" y="9374341"/>
            <a:ext cx="3631063" cy="345235"/>
          </a:xfrm>
          <a:prstGeom prst="rect">
            <a:avLst/>
          </a:prstGeom>
        </p:spPr>
        <p:txBody>
          <a:bodyPr anchor="t" rtlCol="false" tIns="0" lIns="0" bIns="0" rIns="0">
            <a:spAutoFit/>
          </a:bodyPr>
          <a:lstStyle/>
          <a:p>
            <a:pPr algn="l">
              <a:lnSpc>
                <a:spcPts val="2557"/>
              </a:lnSpc>
              <a:spcBef>
                <a:spcPct val="0"/>
              </a:spcBef>
            </a:pPr>
            <a:r>
              <a:rPr lang="en-US" sz="2458">
                <a:solidFill>
                  <a:srgbClr val="FFFFFF"/>
                </a:solidFill>
                <a:latin typeface="Raleway"/>
                <a:ea typeface="Raleway"/>
                <a:cs typeface="Raleway"/>
                <a:sym typeface="Raleway"/>
              </a:rPr>
              <a:t>Presented by</a:t>
            </a:r>
          </a:p>
        </p:txBody>
      </p:sp>
      <p:sp>
        <p:nvSpPr>
          <p:cNvPr name="TextBox 12" id="12"/>
          <p:cNvSpPr txBox="true"/>
          <p:nvPr/>
        </p:nvSpPr>
        <p:spPr>
          <a:xfrm rot="0">
            <a:off x="4298416" y="9335924"/>
            <a:ext cx="3631063" cy="422070"/>
          </a:xfrm>
          <a:prstGeom prst="rect">
            <a:avLst/>
          </a:prstGeom>
        </p:spPr>
        <p:txBody>
          <a:bodyPr anchor="t" rtlCol="false" tIns="0" lIns="0" bIns="0" rIns="0">
            <a:spAutoFit/>
          </a:bodyPr>
          <a:lstStyle/>
          <a:p>
            <a:pPr algn="l">
              <a:lnSpc>
                <a:spcPts val="3076"/>
              </a:lnSpc>
              <a:spcBef>
                <a:spcPct val="0"/>
              </a:spcBef>
            </a:pPr>
            <a:r>
              <a:rPr lang="en-US" b="true" sz="2958">
                <a:solidFill>
                  <a:srgbClr val="FFFFFF"/>
                </a:solidFill>
                <a:latin typeface="Raleway Bold"/>
                <a:ea typeface="Raleway Bold"/>
                <a:cs typeface="Raleway Bold"/>
                <a:sym typeface="Raleway Bold"/>
              </a:rPr>
              <a:t>VICTOR A.I</a:t>
            </a:r>
          </a:p>
        </p:txBody>
      </p:sp>
      <p:sp>
        <p:nvSpPr>
          <p:cNvPr name="TextBox 13" id="13"/>
          <p:cNvSpPr txBox="true"/>
          <p:nvPr/>
        </p:nvSpPr>
        <p:spPr>
          <a:xfrm rot="0">
            <a:off x="15309115" y="9072819"/>
            <a:ext cx="1716617" cy="345235"/>
          </a:xfrm>
          <a:prstGeom prst="rect">
            <a:avLst/>
          </a:prstGeom>
        </p:spPr>
        <p:txBody>
          <a:bodyPr anchor="t" rtlCol="false" tIns="0" lIns="0" bIns="0" rIns="0">
            <a:spAutoFit/>
          </a:bodyPr>
          <a:lstStyle/>
          <a:p>
            <a:pPr algn="l">
              <a:lnSpc>
                <a:spcPts val="2557"/>
              </a:lnSpc>
              <a:spcBef>
                <a:spcPct val="0"/>
              </a:spcBef>
            </a:pPr>
            <a:r>
              <a:rPr lang="en-US" sz="2458">
                <a:solidFill>
                  <a:srgbClr val="FFFFFF"/>
                </a:solidFill>
                <a:latin typeface="Raleway"/>
                <a:ea typeface="Raleway"/>
                <a:cs typeface="Raleway"/>
                <a:sym typeface="Raleway"/>
              </a:rPr>
              <a:t>Next Slide</a:t>
            </a:r>
          </a:p>
        </p:txBody>
      </p:sp>
      <p:sp>
        <p:nvSpPr>
          <p:cNvPr name="TextBox 14" id="14"/>
          <p:cNvSpPr txBox="true"/>
          <p:nvPr/>
        </p:nvSpPr>
        <p:spPr>
          <a:xfrm rot="-5400000">
            <a:off x="129306" y="8871810"/>
            <a:ext cx="1078468" cy="243254"/>
          </a:xfrm>
          <a:prstGeom prst="rect">
            <a:avLst/>
          </a:prstGeom>
        </p:spPr>
        <p:txBody>
          <a:bodyPr anchor="t" rtlCol="false" tIns="0" lIns="0" bIns="0" rIns="0">
            <a:spAutoFit/>
          </a:bodyPr>
          <a:lstStyle/>
          <a:p>
            <a:pPr algn="ctr">
              <a:lnSpc>
                <a:spcPts val="1725"/>
              </a:lnSpc>
              <a:spcBef>
                <a:spcPct val="0"/>
              </a:spcBef>
            </a:pPr>
            <a:r>
              <a:rPr lang="en-US" sz="1658">
                <a:solidFill>
                  <a:srgbClr val="FFFFFF"/>
                </a:solidFill>
                <a:latin typeface="Raleway"/>
                <a:ea typeface="Raleway"/>
                <a:cs typeface="Raleway"/>
                <a:sym typeface="Raleway"/>
              </a:rPr>
              <a:t>Page 7</a:t>
            </a:r>
          </a:p>
        </p:txBody>
      </p:sp>
      <p:sp>
        <p:nvSpPr>
          <p:cNvPr name="TextBox 15" id="15"/>
          <p:cNvSpPr txBox="true"/>
          <p:nvPr/>
        </p:nvSpPr>
        <p:spPr>
          <a:xfrm rot="0">
            <a:off x="16315179" y="1221648"/>
            <a:ext cx="944121" cy="291514"/>
          </a:xfrm>
          <a:prstGeom prst="rect">
            <a:avLst/>
          </a:prstGeom>
        </p:spPr>
        <p:txBody>
          <a:bodyPr anchor="t" rtlCol="false" tIns="0" lIns="0" bIns="0" rIns="0">
            <a:spAutoFit/>
          </a:bodyPr>
          <a:lstStyle/>
          <a:p>
            <a:pPr algn="l">
              <a:lnSpc>
                <a:spcPts val="2245"/>
              </a:lnSpc>
              <a:spcBef>
                <a:spcPct val="0"/>
              </a:spcBef>
            </a:pPr>
            <a:r>
              <a:rPr lang="en-US" sz="2158">
                <a:solidFill>
                  <a:srgbClr val="FFFFFF"/>
                </a:solidFill>
                <a:latin typeface="Montserrat"/>
                <a:ea typeface="Montserrat"/>
                <a:cs typeface="Montserrat"/>
                <a:sym typeface="Montserrat"/>
              </a:rPr>
              <a:t>2025</a:t>
            </a:r>
          </a:p>
        </p:txBody>
      </p:sp>
      <p:sp>
        <p:nvSpPr>
          <p:cNvPr name="TextBox 16" id="16"/>
          <p:cNvSpPr txBox="true"/>
          <p:nvPr/>
        </p:nvSpPr>
        <p:spPr>
          <a:xfrm rot="0">
            <a:off x="1928702" y="5785880"/>
            <a:ext cx="10672508" cy="1048800"/>
          </a:xfrm>
          <a:prstGeom prst="rect">
            <a:avLst/>
          </a:prstGeom>
        </p:spPr>
        <p:txBody>
          <a:bodyPr anchor="t" rtlCol="false" tIns="0" lIns="0" bIns="0" rIns="0">
            <a:spAutoFit/>
          </a:bodyPr>
          <a:lstStyle/>
          <a:p>
            <a:pPr algn="l">
              <a:lnSpc>
                <a:spcPts val="4142"/>
              </a:lnSpc>
            </a:pPr>
            <a:r>
              <a:rPr lang="en-US" sz="2958" spc="41" b="true">
                <a:solidFill>
                  <a:srgbClr val="FFFFFF"/>
                </a:solidFill>
                <a:latin typeface="Raleway Bold"/>
                <a:ea typeface="Raleway Bold"/>
                <a:cs typeface="Raleway Bold"/>
                <a:sym typeface="Raleway Bold"/>
              </a:rPr>
              <a:t>If all you have is your phone, start with it.</a:t>
            </a:r>
          </a:p>
          <a:p>
            <a:pPr algn="l">
              <a:lnSpc>
                <a:spcPts val="4142"/>
              </a:lnSpc>
            </a:pPr>
          </a:p>
        </p:txBody>
      </p:sp>
      <p:sp>
        <p:nvSpPr>
          <p:cNvPr name="TextBox 17" id="17"/>
          <p:cNvSpPr txBox="true"/>
          <p:nvPr/>
        </p:nvSpPr>
        <p:spPr>
          <a:xfrm rot="0">
            <a:off x="1928702" y="6580430"/>
            <a:ext cx="10672508" cy="1572675"/>
          </a:xfrm>
          <a:prstGeom prst="rect">
            <a:avLst/>
          </a:prstGeom>
        </p:spPr>
        <p:txBody>
          <a:bodyPr anchor="t" rtlCol="false" tIns="0" lIns="0" bIns="0" rIns="0">
            <a:spAutoFit/>
          </a:bodyPr>
          <a:lstStyle/>
          <a:p>
            <a:pPr algn="l">
              <a:lnSpc>
                <a:spcPts val="4142"/>
              </a:lnSpc>
            </a:pPr>
            <a:r>
              <a:rPr lang="en-US" sz="2958" spc="41">
                <a:solidFill>
                  <a:srgbClr val="FFFFFF"/>
                </a:solidFill>
                <a:latin typeface="Raleway"/>
                <a:ea typeface="Raleway"/>
                <a:cs typeface="Raleway"/>
                <a:sym typeface="Raleway"/>
              </a:rPr>
              <a:t>Don’t wait for perfect tools — create with what’s in your hands.” (Exodus 4:2)</a:t>
            </a:r>
          </a:p>
          <a:p>
            <a:pPr algn="l">
              <a:lnSpc>
                <a:spcPts val="4142"/>
              </a:lnSpc>
            </a:pP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0B0800"/>
        </a:solidFill>
      </p:bgPr>
    </p:bg>
    <p:spTree>
      <p:nvGrpSpPr>
        <p:cNvPr id="1" name=""/>
        <p:cNvGrpSpPr/>
        <p:nvPr/>
      </p:nvGrpSpPr>
      <p:grpSpPr>
        <a:xfrm>
          <a:off x="0" y="0"/>
          <a:ext cx="0" cy="0"/>
          <a:chOff x="0" y="0"/>
          <a:chExt cx="0" cy="0"/>
        </a:xfrm>
      </p:grpSpPr>
      <p:sp>
        <p:nvSpPr>
          <p:cNvPr name="Freeform 2" id="2"/>
          <p:cNvSpPr/>
          <p:nvPr/>
        </p:nvSpPr>
        <p:spPr>
          <a:xfrm flipH="false" flipV="false" rot="0">
            <a:off x="9482702" y="1028700"/>
            <a:ext cx="8425787" cy="8425787"/>
          </a:xfrm>
          <a:custGeom>
            <a:avLst/>
            <a:gdLst/>
            <a:ahLst/>
            <a:cxnLst/>
            <a:rect r="r" b="b" t="t" l="l"/>
            <a:pathLst>
              <a:path h="8425787" w="8425787">
                <a:moveTo>
                  <a:pt x="0" y="0"/>
                </a:moveTo>
                <a:lnTo>
                  <a:pt x="8425787" y="0"/>
                </a:lnTo>
                <a:lnTo>
                  <a:pt x="8425787" y="8425787"/>
                </a:lnTo>
                <a:lnTo>
                  <a:pt x="0" y="8425787"/>
                </a:lnTo>
                <a:lnTo>
                  <a:pt x="0" y="0"/>
                </a:lnTo>
                <a:close/>
              </a:path>
            </a:pathLst>
          </a:custGeom>
          <a:blipFill>
            <a:blip r:embed="rId2"/>
            <a:stretch>
              <a:fillRect l="0" t="0" r="0" b="0"/>
            </a:stretch>
          </a:blipFill>
        </p:spPr>
      </p:sp>
      <p:sp>
        <p:nvSpPr>
          <p:cNvPr name="Freeform 3" id="3"/>
          <p:cNvSpPr/>
          <p:nvPr/>
        </p:nvSpPr>
        <p:spPr>
          <a:xfrm flipH="false" flipV="false" rot="0">
            <a:off x="342895" y="1028700"/>
            <a:ext cx="8534237" cy="8534237"/>
          </a:xfrm>
          <a:custGeom>
            <a:avLst/>
            <a:gdLst/>
            <a:ahLst/>
            <a:cxnLst/>
            <a:rect r="r" b="b" t="t" l="l"/>
            <a:pathLst>
              <a:path h="8534237" w="8534237">
                <a:moveTo>
                  <a:pt x="0" y="0"/>
                </a:moveTo>
                <a:lnTo>
                  <a:pt x="8534236" y="0"/>
                </a:lnTo>
                <a:lnTo>
                  <a:pt x="8534236" y="8534237"/>
                </a:lnTo>
                <a:lnTo>
                  <a:pt x="0" y="8534237"/>
                </a:lnTo>
                <a:lnTo>
                  <a:pt x="0" y="0"/>
                </a:lnTo>
                <a:close/>
              </a:path>
            </a:pathLst>
          </a:custGeom>
          <a:blipFill>
            <a:blip r:embed="rId3"/>
            <a:stretch>
              <a:fillRect l="0" t="0" r="0" b="0"/>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0B0800"/>
        </a:solidFill>
      </p:bgPr>
    </p:bg>
    <p:spTree>
      <p:nvGrpSpPr>
        <p:cNvPr id="1" name=""/>
        <p:cNvGrpSpPr/>
        <p:nvPr/>
      </p:nvGrpSpPr>
      <p:grpSpPr>
        <a:xfrm>
          <a:off x="0" y="0"/>
          <a:ext cx="0" cy="0"/>
          <a:chOff x="0" y="0"/>
          <a:chExt cx="0" cy="0"/>
        </a:xfrm>
      </p:grpSpPr>
      <p:sp>
        <p:nvSpPr>
          <p:cNvPr name="Freeform 2" id="2"/>
          <p:cNvSpPr/>
          <p:nvPr/>
        </p:nvSpPr>
        <p:spPr>
          <a:xfrm flipH="false" flipV="false" rot="0">
            <a:off x="482528" y="812764"/>
            <a:ext cx="8661472" cy="8661472"/>
          </a:xfrm>
          <a:custGeom>
            <a:avLst/>
            <a:gdLst/>
            <a:ahLst/>
            <a:cxnLst/>
            <a:rect r="r" b="b" t="t" l="l"/>
            <a:pathLst>
              <a:path h="8661472" w="8661472">
                <a:moveTo>
                  <a:pt x="0" y="0"/>
                </a:moveTo>
                <a:lnTo>
                  <a:pt x="8661472" y="0"/>
                </a:lnTo>
                <a:lnTo>
                  <a:pt x="8661472" y="8661472"/>
                </a:lnTo>
                <a:lnTo>
                  <a:pt x="0" y="8661472"/>
                </a:lnTo>
                <a:lnTo>
                  <a:pt x="0" y="0"/>
                </a:lnTo>
                <a:close/>
              </a:path>
            </a:pathLst>
          </a:custGeom>
          <a:blipFill>
            <a:blip r:embed="rId2"/>
            <a:stretch>
              <a:fillRect l="0" t="0" r="0" b="0"/>
            </a:stretch>
          </a:blipFill>
        </p:spPr>
      </p:sp>
      <p:sp>
        <p:nvSpPr>
          <p:cNvPr name="Freeform 3" id="3"/>
          <p:cNvSpPr/>
          <p:nvPr/>
        </p:nvSpPr>
        <p:spPr>
          <a:xfrm flipH="false" flipV="false" rot="0">
            <a:off x="9781823" y="1028700"/>
            <a:ext cx="7960894" cy="8445536"/>
          </a:xfrm>
          <a:custGeom>
            <a:avLst/>
            <a:gdLst/>
            <a:ahLst/>
            <a:cxnLst/>
            <a:rect r="r" b="b" t="t" l="l"/>
            <a:pathLst>
              <a:path h="8445536" w="7960894">
                <a:moveTo>
                  <a:pt x="0" y="0"/>
                </a:moveTo>
                <a:lnTo>
                  <a:pt x="7960894" y="0"/>
                </a:lnTo>
                <a:lnTo>
                  <a:pt x="7960894" y="8445536"/>
                </a:lnTo>
                <a:lnTo>
                  <a:pt x="0" y="8445536"/>
                </a:lnTo>
                <a:lnTo>
                  <a:pt x="0" y="0"/>
                </a:lnTo>
                <a:close/>
              </a:path>
            </a:pathLst>
          </a:custGeom>
          <a:blipFill>
            <a:blip r:embed="rId3"/>
            <a:stretch>
              <a:fillRect l="-20725" t="0" r="-20725" b="0"/>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0B0800"/>
        </a:solidFill>
      </p:bgPr>
    </p:bg>
    <p:spTree>
      <p:nvGrpSpPr>
        <p:cNvPr id="1" name=""/>
        <p:cNvGrpSpPr/>
        <p:nvPr/>
      </p:nvGrpSpPr>
      <p:grpSpPr>
        <a:xfrm>
          <a:off x="0" y="0"/>
          <a:ext cx="0" cy="0"/>
          <a:chOff x="0" y="0"/>
          <a:chExt cx="0" cy="0"/>
        </a:xfrm>
      </p:grpSpPr>
      <p:sp>
        <p:nvSpPr>
          <p:cNvPr name="Freeform 2" id="2"/>
          <p:cNvSpPr/>
          <p:nvPr/>
        </p:nvSpPr>
        <p:spPr>
          <a:xfrm flipH="false" flipV="false" rot="0">
            <a:off x="-12329008" y="1513162"/>
            <a:ext cx="17956749" cy="18046984"/>
          </a:xfrm>
          <a:custGeom>
            <a:avLst/>
            <a:gdLst/>
            <a:ahLst/>
            <a:cxnLst/>
            <a:rect r="r" b="b" t="t" l="l"/>
            <a:pathLst>
              <a:path h="18046984" w="17956749">
                <a:moveTo>
                  <a:pt x="0" y="0"/>
                </a:moveTo>
                <a:lnTo>
                  <a:pt x="17956749" y="0"/>
                </a:lnTo>
                <a:lnTo>
                  <a:pt x="17956749" y="18046985"/>
                </a:lnTo>
                <a:lnTo>
                  <a:pt x="0" y="18046985"/>
                </a:lnTo>
                <a:lnTo>
                  <a:pt x="0" y="0"/>
                </a:lnTo>
                <a:close/>
              </a:path>
            </a:pathLst>
          </a:custGeom>
          <a:blipFill>
            <a:blip r:embed="rId2"/>
            <a:stretch>
              <a:fillRect l="0" t="0" r="0" b="0"/>
            </a:stretch>
          </a:blipFill>
        </p:spPr>
      </p:sp>
      <p:sp>
        <p:nvSpPr>
          <p:cNvPr name="Freeform 3" id="3"/>
          <p:cNvSpPr/>
          <p:nvPr/>
        </p:nvSpPr>
        <p:spPr>
          <a:xfrm flipH="false" flipV="false" rot="0">
            <a:off x="6330741" y="-10904054"/>
            <a:ext cx="17956749" cy="18046984"/>
          </a:xfrm>
          <a:custGeom>
            <a:avLst/>
            <a:gdLst/>
            <a:ahLst/>
            <a:cxnLst/>
            <a:rect r="r" b="b" t="t" l="l"/>
            <a:pathLst>
              <a:path h="18046984" w="17956749">
                <a:moveTo>
                  <a:pt x="0" y="0"/>
                </a:moveTo>
                <a:lnTo>
                  <a:pt x="17956749" y="0"/>
                </a:lnTo>
                <a:lnTo>
                  <a:pt x="17956749" y="18046984"/>
                </a:lnTo>
                <a:lnTo>
                  <a:pt x="0" y="18046984"/>
                </a:lnTo>
                <a:lnTo>
                  <a:pt x="0" y="0"/>
                </a:lnTo>
                <a:close/>
              </a:path>
            </a:pathLst>
          </a:custGeom>
          <a:blipFill>
            <a:blip r:embed="rId2"/>
            <a:stretch>
              <a:fillRect l="0" t="0" r="0" b="0"/>
            </a:stretch>
          </a:blipFill>
        </p:spPr>
      </p:sp>
      <p:sp>
        <p:nvSpPr>
          <p:cNvPr name="TextBox 4" id="4"/>
          <p:cNvSpPr txBox="true"/>
          <p:nvPr/>
        </p:nvSpPr>
        <p:spPr>
          <a:xfrm rot="0">
            <a:off x="1928702" y="2401249"/>
            <a:ext cx="13432875" cy="3207892"/>
          </a:xfrm>
          <a:prstGeom prst="rect">
            <a:avLst/>
          </a:prstGeom>
        </p:spPr>
        <p:txBody>
          <a:bodyPr anchor="t" rtlCol="false" tIns="0" lIns="0" bIns="0" rIns="0">
            <a:spAutoFit/>
          </a:bodyPr>
          <a:lstStyle/>
          <a:p>
            <a:pPr algn="l">
              <a:lnSpc>
                <a:spcPts val="12378"/>
              </a:lnSpc>
              <a:spcBef>
                <a:spcPct val="0"/>
              </a:spcBef>
            </a:pPr>
            <a:r>
              <a:rPr lang="en-US" b="true" sz="11902">
                <a:solidFill>
                  <a:srgbClr val="FFFFFF"/>
                </a:solidFill>
                <a:latin typeface="Raleway Heavy"/>
                <a:ea typeface="Raleway Heavy"/>
                <a:cs typeface="Raleway Heavy"/>
                <a:sym typeface="Raleway Heavy"/>
              </a:rPr>
              <a:t>Tools for Smart Design</a:t>
            </a:r>
          </a:p>
        </p:txBody>
      </p:sp>
      <p:sp>
        <p:nvSpPr>
          <p:cNvPr name="Freeform 5" id="5"/>
          <p:cNvSpPr/>
          <p:nvPr/>
        </p:nvSpPr>
        <p:spPr>
          <a:xfrm flipH="false" flipV="false" rot="0">
            <a:off x="11791859" y="8017676"/>
            <a:ext cx="912505" cy="912505"/>
          </a:xfrm>
          <a:custGeom>
            <a:avLst/>
            <a:gdLst/>
            <a:ahLst/>
            <a:cxnLst/>
            <a:rect r="r" b="b" t="t" l="l"/>
            <a:pathLst>
              <a:path h="912505" w="912505">
                <a:moveTo>
                  <a:pt x="0" y="0"/>
                </a:moveTo>
                <a:lnTo>
                  <a:pt x="912505" y="0"/>
                </a:lnTo>
                <a:lnTo>
                  <a:pt x="912505" y="912505"/>
                </a:lnTo>
                <a:lnTo>
                  <a:pt x="0" y="91250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6" id="6"/>
          <p:cNvGrpSpPr/>
          <p:nvPr/>
        </p:nvGrpSpPr>
        <p:grpSpPr>
          <a:xfrm rot="0">
            <a:off x="15361577" y="986553"/>
            <a:ext cx="667852" cy="667852"/>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lnTo>
                    <a:pt x="485289" y="111986"/>
                  </a:lnTo>
                  <a:lnTo>
                    <a:pt x="609600" y="54447"/>
                  </a:lnTo>
                  <a:lnTo>
                    <a:pt x="621927" y="190873"/>
                  </a:lnTo>
                  <a:lnTo>
                    <a:pt x="758353" y="203200"/>
                  </a:lnTo>
                  <a:lnTo>
                    <a:pt x="700814" y="327511"/>
                  </a:lnTo>
                  <a:lnTo>
                    <a:pt x="812800" y="406400"/>
                  </a:lnTo>
                  <a:lnTo>
                    <a:pt x="700814" y="485289"/>
                  </a:lnTo>
                  <a:lnTo>
                    <a:pt x="758353" y="609600"/>
                  </a:lnTo>
                  <a:lnTo>
                    <a:pt x="621927" y="621927"/>
                  </a:lnTo>
                  <a:lnTo>
                    <a:pt x="609600" y="758353"/>
                  </a:lnTo>
                  <a:lnTo>
                    <a:pt x="485289" y="700814"/>
                  </a:lnTo>
                  <a:lnTo>
                    <a:pt x="406400" y="812800"/>
                  </a:lnTo>
                  <a:lnTo>
                    <a:pt x="327511" y="700814"/>
                  </a:lnTo>
                  <a:lnTo>
                    <a:pt x="203200" y="758353"/>
                  </a:lnTo>
                  <a:lnTo>
                    <a:pt x="190873" y="621927"/>
                  </a:lnTo>
                  <a:lnTo>
                    <a:pt x="54447" y="609600"/>
                  </a:lnTo>
                  <a:lnTo>
                    <a:pt x="111986" y="485289"/>
                  </a:lnTo>
                  <a:lnTo>
                    <a:pt x="0" y="406400"/>
                  </a:lnTo>
                  <a:lnTo>
                    <a:pt x="111986" y="327511"/>
                  </a:lnTo>
                  <a:lnTo>
                    <a:pt x="54447" y="203200"/>
                  </a:lnTo>
                  <a:lnTo>
                    <a:pt x="190873" y="190873"/>
                  </a:lnTo>
                  <a:lnTo>
                    <a:pt x="203200" y="54447"/>
                  </a:lnTo>
                  <a:lnTo>
                    <a:pt x="327511" y="111986"/>
                  </a:lnTo>
                  <a:lnTo>
                    <a:pt x="406400" y="0"/>
                  </a:lnTo>
                  <a:close/>
                </a:path>
              </a:pathLst>
            </a:custGeom>
            <a:solidFill>
              <a:srgbClr val="F2F1EB"/>
            </a:solidFill>
          </p:spPr>
        </p:sp>
        <p:sp>
          <p:nvSpPr>
            <p:cNvPr name="TextBox 8" id="8"/>
            <p:cNvSpPr txBox="true"/>
            <p:nvPr/>
          </p:nvSpPr>
          <p:spPr>
            <a:xfrm>
              <a:off x="127000" y="155575"/>
              <a:ext cx="558800" cy="530225"/>
            </a:xfrm>
            <a:prstGeom prst="rect">
              <a:avLst/>
            </a:prstGeom>
          </p:spPr>
          <p:txBody>
            <a:bodyPr anchor="ctr" rtlCol="false" tIns="50800" lIns="50800" bIns="50800" rIns="50800"/>
            <a:lstStyle/>
            <a:p>
              <a:pPr algn="ctr">
                <a:lnSpc>
                  <a:spcPts val="2661"/>
                </a:lnSpc>
              </a:pPr>
            </a:p>
          </p:txBody>
        </p:sp>
      </p:grpSp>
      <p:sp>
        <p:nvSpPr>
          <p:cNvPr name="Freeform 9" id="9"/>
          <p:cNvSpPr/>
          <p:nvPr/>
        </p:nvSpPr>
        <p:spPr>
          <a:xfrm flipH="true" flipV="false" rot="0">
            <a:off x="16998830" y="8999755"/>
            <a:ext cx="416017" cy="418299"/>
          </a:xfrm>
          <a:custGeom>
            <a:avLst/>
            <a:gdLst/>
            <a:ahLst/>
            <a:cxnLst/>
            <a:rect r="r" b="b" t="t" l="l"/>
            <a:pathLst>
              <a:path h="418299" w="416017">
                <a:moveTo>
                  <a:pt x="416017" y="0"/>
                </a:moveTo>
                <a:lnTo>
                  <a:pt x="0" y="0"/>
                </a:lnTo>
                <a:lnTo>
                  <a:pt x="0" y="418299"/>
                </a:lnTo>
                <a:lnTo>
                  <a:pt x="416017" y="418299"/>
                </a:lnTo>
                <a:lnTo>
                  <a:pt x="416017" y="0"/>
                </a:lnTo>
                <a:close/>
              </a:path>
            </a:pathLst>
          </a:custGeom>
          <a:blipFill>
            <a:blip r:embed="rId5"/>
            <a:stretch>
              <a:fillRect l="0" t="0" r="0" b="0"/>
            </a:stretch>
          </a:blipFill>
        </p:spPr>
      </p:sp>
      <p:sp>
        <p:nvSpPr>
          <p:cNvPr name="Freeform 10" id="10"/>
          <p:cNvSpPr/>
          <p:nvPr/>
        </p:nvSpPr>
        <p:spPr>
          <a:xfrm flipH="false" flipV="false" rot="0">
            <a:off x="1928702" y="361902"/>
            <a:ext cx="4739427" cy="1662343"/>
          </a:xfrm>
          <a:custGeom>
            <a:avLst/>
            <a:gdLst/>
            <a:ahLst/>
            <a:cxnLst/>
            <a:rect r="r" b="b" t="t" l="l"/>
            <a:pathLst>
              <a:path h="1662343" w="4739427">
                <a:moveTo>
                  <a:pt x="0" y="0"/>
                </a:moveTo>
                <a:lnTo>
                  <a:pt x="4739427" y="0"/>
                </a:lnTo>
                <a:lnTo>
                  <a:pt x="4739427" y="1662343"/>
                </a:lnTo>
                <a:lnTo>
                  <a:pt x="0" y="1662343"/>
                </a:lnTo>
                <a:lnTo>
                  <a:pt x="0" y="0"/>
                </a:lnTo>
                <a:close/>
              </a:path>
            </a:pathLst>
          </a:custGeom>
          <a:blipFill>
            <a:blip r:embed="rId6"/>
            <a:stretch>
              <a:fillRect l="-11615" t="0" r="-1272" b="-6210"/>
            </a:stretch>
          </a:blipFill>
        </p:spPr>
      </p:sp>
      <p:sp>
        <p:nvSpPr>
          <p:cNvPr name="Freeform 11" id="11"/>
          <p:cNvSpPr/>
          <p:nvPr/>
        </p:nvSpPr>
        <p:spPr>
          <a:xfrm flipH="false" flipV="false" rot="0">
            <a:off x="13251715" y="3028130"/>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12" id="12"/>
          <p:cNvSpPr txBox="true"/>
          <p:nvPr/>
        </p:nvSpPr>
        <p:spPr>
          <a:xfrm rot="0">
            <a:off x="1928702" y="9374341"/>
            <a:ext cx="3631063" cy="345235"/>
          </a:xfrm>
          <a:prstGeom prst="rect">
            <a:avLst/>
          </a:prstGeom>
        </p:spPr>
        <p:txBody>
          <a:bodyPr anchor="t" rtlCol="false" tIns="0" lIns="0" bIns="0" rIns="0">
            <a:spAutoFit/>
          </a:bodyPr>
          <a:lstStyle/>
          <a:p>
            <a:pPr algn="l">
              <a:lnSpc>
                <a:spcPts val="2557"/>
              </a:lnSpc>
              <a:spcBef>
                <a:spcPct val="0"/>
              </a:spcBef>
            </a:pPr>
            <a:r>
              <a:rPr lang="en-US" sz="2458">
                <a:solidFill>
                  <a:srgbClr val="FFFFFF"/>
                </a:solidFill>
                <a:latin typeface="Raleway"/>
                <a:ea typeface="Raleway"/>
                <a:cs typeface="Raleway"/>
                <a:sym typeface="Raleway"/>
              </a:rPr>
              <a:t>Presented by</a:t>
            </a:r>
          </a:p>
        </p:txBody>
      </p:sp>
      <p:sp>
        <p:nvSpPr>
          <p:cNvPr name="TextBox 13" id="13"/>
          <p:cNvSpPr txBox="true"/>
          <p:nvPr/>
        </p:nvSpPr>
        <p:spPr>
          <a:xfrm rot="0">
            <a:off x="4298416" y="9335924"/>
            <a:ext cx="3631063" cy="422070"/>
          </a:xfrm>
          <a:prstGeom prst="rect">
            <a:avLst/>
          </a:prstGeom>
        </p:spPr>
        <p:txBody>
          <a:bodyPr anchor="t" rtlCol="false" tIns="0" lIns="0" bIns="0" rIns="0">
            <a:spAutoFit/>
          </a:bodyPr>
          <a:lstStyle/>
          <a:p>
            <a:pPr algn="l">
              <a:lnSpc>
                <a:spcPts val="3076"/>
              </a:lnSpc>
              <a:spcBef>
                <a:spcPct val="0"/>
              </a:spcBef>
            </a:pPr>
            <a:r>
              <a:rPr lang="en-US" b="true" sz="2958">
                <a:solidFill>
                  <a:srgbClr val="FFFFFF"/>
                </a:solidFill>
                <a:latin typeface="Raleway Bold"/>
                <a:ea typeface="Raleway Bold"/>
                <a:cs typeface="Raleway Bold"/>
                <a:sym typeface="Raleway Bold"/>
              </a:rPr>
              <a:t>VICTOR A.I</a:t>
            </a:r>
          </a:p>
        </p:txBody>
      </p:sp>
      <p:sp>
        <p:nvSpPr>
          <p:cNvPr name="TextBox 14" id="14"/>
          <p:cNvSpPr txBox="true"/>
          <p:nvPr/>
        </p:nvSpPr>
        <p:spPr>
          <a:xfrm rot="0">
            <a:off x="15309115" y="9072819"/>
            <a:ext cx="1716617" cy="345235"/>
          </a:xfrm>
          <a:prstGeom prst="rect">
            <a:avLst/>
          </a:prstGeom>
        </p:spPr>
        <p:txBody>
          <a:bodyPr anchor="t" rtlCol="false" tIns="0" lIns="0" bIns="0" rIns="0">
            <a:spAutoFit/>
          </a:bodyPr>
          <a:lstStyle/>
          <a:p>
            <a:pPr algn="l">
              <a:lnSpc>
                <a:spcPts val="2557"/>
              </a:lnSpc>
              <a:spcBef>
                <a:spcPct val="0"/>
              </a:spcBef>
            </a:pPr>
            <a:r>
              <a:rPr lang="en-US" sz="2458">
                <a:solidFill>
                  <a:srgbClr val="FFFFFF"/>
                </a:solidFill>
                <a:latin typeface="Raleway"/>
                <a:ea typeface="Raleway"/>
                <a:cs typeface="Raleway"/>
                <a:sym typeface="Raleway"/>
              </a:rPr>
              <a:t>Next Slide</a:t>
            </a:r>
          </a:p>
        </p:txBody>
      </p:sp>
      <p:sp>
        <p:nvSpPr>
          <p:cNvPr name="TextBox 15" id="15"/>
          <p:cNvSpPr txBox="true"/>
          <p:nvPr/>
        </p:nvSpPr>
        <p:spPr>
          <a:xfrm rot="-5400000">
            <a:off x="129306" y="8871810"/>
            <a:ext cx="1078468" cy="243254"/>
          </a:xfrm>
          <a:prstGeom prst="rect">
            <a:avLst/>
          </a:prstGeom>
        </p:spPr>
        <p:txBody>
          <a:bodyPr anchor="t" rtlCol="false" tIns="0" lIns="0" bIns="0" rIns="0">
            <a:spAutoFit/>
          </a:bodyPr>
          <a:lstStyle/>
          <a:p>
            <a:pPr algn="ctr">
              <a:lnSpc>
                <a:spcPts val="1725"/>
              </a:lnSpc>
              <a:spcBef>
                <a:spcPct val="0"/>
              </a:spcBef>
            </a:pPr>
            <a:r>
              <a:rPr lang="en-US" sz="1658">
                <a:solidFill>
                  <a:srgbClr val="FFFFFF"/>
                </a:solidFill>
                <a:latin typeface="Raleway"/>
                <a:ea typeface="Raleway"/>
                <a:cs typeface="Raleway"/>
                <a:sym typeface="Raleway"/>
              </a:rPr>
              <a:t>Page 10</a:t>
            </a:r>
          </a:p>
        </p:txBody>
      </p:sp>
      <p:sp>
        <p:nvSpPr>
          <p:cNvPr name="TextBox 16" id="16"/>
          <p:cNvSpPr txBox="true"/>
          <p:nvPr/>
        </p:nvSpPr>
        <p:spPr>
          <a:xfrm rot="0">
            <a:off x="16315179" y="1221648"/>
            <a:ext cx="944121" cy="291514"/>
          </a:xfrm>
          <a:prstGeom prst="rect">
            <a:avLst/>
          </a:prstGeom>
        </p:spPr>
        <p:txBody>
          <a:bodyPr anchor="t" rtlCol="false" tIns="0" lIns="0" bIns="0" rIns="0">
            <a:spAutoFit/>
          </a:bodyPr>
          <a:lstStyle/>
          <a:p>
            <a:pPr algn="l">
              <a:lnSpc>
                <a:spcPts val="2245"/>
              </a:lnSpc>
              <a:spcBef>
                <a:spcPct val="0"/>
              </a:spcBef>
            </a:pPr>
            <a:r>
              <a:rPr lang="en-US" sz="2158">
                <a:solidFill>
                  <a:srgbClr val="FFFFFF"/>
                </a:solidFill>
                <a:latin typeface="Montserrat"/>
                <a:ea typeface="Montserrat"/>
                <a:cs typeface="Montserrat"/>
                <a:sym typeface="Montserrat"/>
              </a:rPr>
              <a:t>2025</a:t>
            </a:r>
          </a:p>
        </p:txBody>
      </p:sp>
      <p:sp>
        <p:nvSpPr>
          <p:cNvPr name="TextBox 17" id="17"/>
          <p:cNvSpPr txBox="true"/>
          <p:nvPr/>
        </p:nvSpPr>
        <p:spPr>
          <a:xfrm rot="0">
            <a:off x="1928702" y="5785880"/>
            <a:ext cx="10775662" cy="3144300"/>
          </a:xfrm>
          <a:prstGeom prst="rect">
            <a:avLst/>
          </a:prstGeom>
        </p:spPr>
        <p:txBody>
          <a:bodyPr anchor="t" rtlCol="false" tIns="0" lIns="0" bIns="0" rIns="0">
            <a:spAutoFit/>
          </a:bodyPr>
          <a:lstStyle/>
          <a:p>
            <a:pPr algn="l">
              <a:lnSpc>
                <a:spcPts val="4142"/>
              </a:lnSpc>
            </a:pPr>
            <a:r>
              <a:rPr lang="en-US" sz="2958" spc="41" b="true">
                <a:solidFill>
                  <a:srgbClr val="FFFFFF"/>
                </a:solidFill>
                <a:latin typeface="Raleway Bold"/>
                <a:ea typeface="Raleway Bold"/>
                <a:cs typeface="Raleway Bold"/>
                <a:sym typeface="Raleway Bold"/>
              </a:rPr>
              <a:t>• Photo Room: Removes Background, Photo Manipulation</a:t>
            </a:r>
          </a:p>
          <a:p>
            <a:pPr algn="l">
              <a:lnSpc>
                <a:spcPts val="4142"/>
              </a:lnSpc>
            </a:pPr>
            <a:r>
              <a:rPr lang="en-US" sz="2958" spc="41" b="true">
                <a:solidFill>
                  <a:srgbClr val="FFFFFF"/>
                </a:solidFill>
                <a:latin typeface="Raleway Bold"/>
                <a:ea typeface="Raleway Bold"/>
                <a:cs typeface="Raleway Bold"/>
                <a:sym typeface="Raleway Bold"/>
              </a:rPr>
              <a:t>• Photo Light or Remini: (Enhance Photos)</a:t>
            </a:r>
          </a:p>
          <a:p>
            <a:pPr algn="l">
              <a:lnSpc>
                <a:spcPts val="4142"/>
              </a:lnSpc>
            </a:pPr>
            <a:r>
              <a:rPr lang="en-US" sz="2958" spc="41" b="true">
                <a:solidFill>
                  <a:srgbClr val="FFFFFF"/>
                </a:solidFill>
                <a:latin typeface="Raleway Bold"/>
                <a:ea typeface="Raleway Bold"/>
                <a:cs typeface="Raleway Bold"/>
                <a:sym typeface="Raleway Bold"/>
              </a:rPr>
              <a:t>• Snapseed: Photo Editing, Design Enhancement, Background Manipulation etc.</a:t>
            </a:r>
          </a:p>
          <a:p>
            <a:pPr algn="l">
              <a:lnSpc>
                <a:spcPts val="4142"/>
              </a:lnSpc>
            </a:pPr>
            <a:r>
              <a:rPr lang="en-US" sz="2958" spc="41" b="true">
                <a:solidFill>
                  <a:srgbClr val="FFFFFF"/>
                </a:solidFill>
                <a:latin typeface="Raleway Bold"/>
                <a:ea typeface="Raleway Bold"/>
                <a:cs typeface="Raleway Bold"/>
                <a:sym typeface="Raleway Bold"/>
              </a:rPr>
              <a:t>• Canva </a:t>
            </a:r>
          </a:p>
          <a:p>
            <a:pPr algn="l">
              <a:lnSpc>
                <a:spcPts val="4142"/>
              </a:lnSpc>
            </a:pPr>
            <a:r>
              <a:rPr lang="en-US" sz="2958" spc="41" b="true">
                <a:solidFill>
                  <a:srgbClr val="FFFFFF"/>
                </a:solidFill>
                <a:latin typeface="Raleway Bold"/>
                <a:ea typeface="Raleway Bold"/>
                <a:cs typeface="Raleway Bold"/>
                <a:sym typeface="Raleway Bold"/>
              </a:rPr>
              <a:t>• Pixellab YD</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0B0800"/>
        </a:solidFill>
      </p:bgPr>
    </p:bg>
    <p:spTree>
      <p:nvGrpSpPr>
        <p:cNvPr id="1" name=""/>
        <p:cNvGrpSpPr/>
        <p:nvPr/>
      </p:nvGrpSpPr>
      <p:grpSpPr>
        <a:xfrm>
          <a:off x="0" y="0"/>
          <a:ext cx="0" cy="0"/>
          <a:chOff x="0" y="0"/>
          <a:chExt cx="0" cy="0"/>
        </a:xfrm>
      </p:grpSpPr>
      <p:sp>
        <p:nvSpPr>
          <p:cNvPr name="Freeform 2" id="2"/>
          <p:cNvSpPr/>
          <p:nvPr/>
        </p:nvSpPr>
        <p:spPr>
          <a:xfrm flipH="false" flipV="false" rot="0">
            <a:off x="-12329008" y="1513162"/>
            <a:ext cx="17956749" cy="18046984"/>
          </a:xfrm>
          <a:custGeom>
            <a:avLst/>
            <a:gdLst/>
            <a:ahLst/>
            <a:cxnLst/>
            <a:rect r="r" b="b" t="t" l="l"/>
            <a:pathLst>
              <a:path h="18046984" w="17956749">
                <a:moveTo>
                  <a:pt x="0" y="0"/>
                </a:moveTo>
                <a:lnTo>
                  <a:pt x="17956749" y="0"/>
                </a:lnTo>
                <a:lnTo>
                  <a:pt x="17956749" y="18046985"/>
                </a:lnTo>
                <a:lnTo>
                  <a:pt x="0" y="18046985"/>
                </a:lnTo>
                <a:lnTo>
                  <a:pt x="0" y="0"/>
                </a:lnTo>
                <a:close/>
              </a:path>
            </a:pathLst>
          </a:custGeom>
          <a:blipFill>
            <a:blip r:embed="rId2"/>
            <a:stretch>
              <a:fillRect l="0" t="0" r="0" b="0"/>
            </a:stretch>
          </a:blipFill>
        </p:spPr>
      </p:sp>
      <p:sp>
        <p:nvSpPr>
          <p:cNvPr name="Freeform 3" id="3"/>
          <p:cNvSpPr/>
          <p:nvPr/>
        </p:nvSpPr>
        <p:spPr>
          <a:xfrm flipH="false" flipV="false" rot="0">
            <a:off x="6330741" y="-10904054"/>
            <a:ext cx="17956749" cy="18046984"/>
          </a:xfrm>
          <a:custGeom>
            <a:avLst/>
            <a:gdLst/>
            <a:ahLst/>
            <a:cxnLst/>
            <a:rect r="r" b="b" t="t" l="l"/>
            <a:pathLst>
              <a:path h="18046984" w="17956749">
                <a:moveTo>
                  <a:pt x="0" y="0"/>
                </a:moveTo>
                <a:lnTo>
                  <a:pt x="17956749" y="0"/>
                </a:lnTo>
                <a:lnTo>
                  <a:pt x="17956749" y="18046984"/>
                </a:lnTo>
                <a:lnTo>
                  <a:pt x="0" y="18046984"/>
                </a:lnTo>
                <a:lnTo>
                  <a:pt x="0" y="0"/>
                </a:lnTo>
                <a:close/>
              </a:path>
            </a:pathLst>
          </a:custGeom>
          <a:blipFill>
            <a:blip r:embed="rId2"/>
            <a:stretch>
              <a:fillRect l="0" t="0" r="0" b="0"/>
            </a:stretch>
          </a:blipFill>
        </p:spPr>
      </p:sp>
      <p:sp>
        <p:nvSpPr>
          <p:cNvPr name="Freeform 4" id="4"/>
          <p:cNvSpPr/>
          <p:nvPr/>
        </p:nvSpPr>
        <p:spPr>
          <a:xfrm flipH="false" flipV="false" rot="0">
            <a:off x="11791859" y="8017676"/>
            <a:ext cx="912505" cy="912505"/>
          </a:xfrm>
          <a:custGeom>
            <a:avLst/>
            <a:gdLst/>
            <a:ahLst/>
            <a:cxnLst/>
            <a:rect r="r" b="b" t="t" l="l"/>
            <a:pathLst>
              <a:path h="912505" w="912505">
                <a:moveTo>
                  <a:pt x="0" y="0"/>
                </a:moveTo>
                <a:lnTo>
                  <a:pt x="912505" y="0"/>
                </a:lnTo>
                <a:lnTo>
                  <a:pt x="912505" y="912505"/>
                </a:lnTo>
                <a:lnTo>
                  <a:pt x="0" y="91250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5" id="5"/>
          <p:cNvGrpSpPr/>
          <p:nvPr/>
        </p:nvGrpSpPr>
        <p:grpSpPr>
          <a:xfrm rot="0">
            <a:off x="15361577" y="986553"/>
            <a:ext cx="667852" cy="667852"/>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lnTo>
                    <a:pt x="485289" y="111986"/>
                  </a:lnTo>
                  <a:lnTo>
                    <a:pt x="609600" y="54447"/>
                  </a:lnTo>
                  <a:lnTo>
                    <a:pt x="621927" y="190873"/>
                  </a:lnTo>
                  <a:lnTo>
                    <a:pt x="758353" y="203200"/>
                  </a:lnTo>
                  <a:lnTo>
                    <a:pt x="700814" y="327511"/>
                  </a:lnTo>
                  <a:lnTo>
                    <a:pt x="812800" y="406400"/>
                  </a:lnTo>
                  <a:lnTo>
                    <a:pt x="700814" y="485289"/>
                  </a:lnTo>
                  <a:lnTo>
                    <a:pt x="758353" y="609600"/>
                  </a:lnTo>
                  <a:lnTo>
                    <a:pt x="621927" y="621927"/>
                  </a:lnTo>
                  <a:lnTo>
                    <a:pt x="609600" y="758353"/>
                  </a:lnTo>
                  <a:lnTo>
                    <a:pt x="485289" y="700814"/>
                  </a:lnTo>
                  <a:lnTo>
                    <a:pt x="406400" y="812800"/>
                  </a:lnTo>
                  <a:lnTo>
                    <a:pt x="327511" y="700814"/>
                  </a:lnTo>
                  <a:lnTo>
                    <a:pt x="203200" y="758353"/>
                  </a:lnTo>
                  <a:lnTo>
                    <a:pt x="190873" y="621927"/>
                  </a:lnTo>
                  <a:lnTo>
                    <a:pt x="54447" y="609600"/>
                  </a:lnTo>
                  <a:lnTo>
                    <a:pt x="111986" y="485289"/>
                  </a:lnTo>
                  <a:lnTo>
                    <a:pt x="0" y="406400"/>
                  </a:lnTo>
                  <a:lnTo>
                    <a:pt x="111986" y="327511"/>
                  </a:lnTo>
                  <a:lnTo>
                    <a:pt x="54447" y="203200"/>
                  </a:lnTo>
                  <a:lnTo>
                    <a:pt x="190873" y="190873"/>
                  </a:lnTo>
                  <a:lnTo>
                    <a:pt x="203200" y="54447"/>
                  </a:lnTo>
                  <a:lnTo>
                    <a:pt x="327511" y="111986"/>
                  </a:lnTo>
                  <a:lnTo>
                    <a:pt x="406400" y="0"/>
                  </a:lnTo>
                  <a:close/>
                </a:path>
              </a:pathLst>
            </a:custGeom>
            <a:solidFill>
              <a:srgbClr val="F2F1EB"/>
            </a:solidFill>
          </p:spPr>
        </p:sp>
        <p:sp>
          <p:nvSpPr>
            <p:cNvPr name="TextBox 7" id="7"/>
            <p:cNvSpPr txBox="true"/>
            <p:nvPr/>
          </p:nvSpPr>
          <p:spPr>
            <a:xfrm>
              <a:off x="127000" y="155575"/>
              <a:ext cx="558800" cy="530225"/>
            </a:xfrm>
            <a:prstGeom prst="rect">
              <a:avLst/>
            </a:prstGeom>
          </p:spPr>
          <p:txBody>
            <a:bodyPr anchor="ctr" rtlCol="false" tIns="50800" lIns="50800" bIns="50800" rIns="50800"/>
            <a:lstStyle/>
            <a:p>
              <a:pPr algn="ctr">
                <a:lnSpc>
                  <a:spcPts val="2661"/>
                </a:lnSpc>
              </a:pPr>
            </a:p>
          </p:txBody>
        </p:sp>
      </p:grpSp>
      <p:sp>
        <p:nvSpPr>
          <p:cNvPr name="Freeform 8" id="8"/>
          <p:cNvSpPr/>
          <p:nvPr/>
        </p:nvSpPr>
        <p:spPr>
          <a:xfrm flipH="true" flipV="false" rot="0">
            <a:off x="16998830" y="8999755"/>
            <a:ext cx="416017" cy="418299"/>
          </a:xfrm>
          <a:custGeom>
            <a:avLst/>
            <a:gdLst/>
            <a:ahLst/>
            <a:cxnLst/>
            <a:rect r="r" b="b" t="t" l="l"/>
            <a:pathLst>
              <a:path h="418299" w="416017">
                <a:moveTo>
                  <a:pt x="416017" y="0"/>
                </a:moveTo>
                <a:lnTo>
                  <a:pt x="0" y="0"/>
                </a:lnTo>
                <a:lnTo>
                  <a:pt x="0" y="418299"/>
                </a:lnTo>
                <a:lnTo>
                  <a:pt x="416017" y="418299"/>
                </a:lnTo>
                <a:lnTo>
                  <a:pt x="416017" y="0"/>
                </a:lnTo>
                <a:close/>
              </a:path>
            </a:pathLst>
          </a:custGeom>
          <a:blipFill>
            <a:blip r:embed="rId5"/>
            <a:stretch>
              <a:fillRect l="0" t="0" r="0" b="0"/>
            </a:stretch>
          </a:blipFill>
        </p:spPr>
      </p:sp>
      <p:sp>
        <p:nvSpPr>
          <p:cNvPr name="Freeform 9" id="9"/>
          <p:cNvSpPr/>
          <p:nvPr/>
        </p:nvSpPr>
        <p:spPr>
          <a:xfrm flipH="false" flipV="false" rot="0">
            <a:off x="1928702" y="361902"/>
            <a:ext cx="4739427" cy="1662343"/>
          </a:xfrm>
          <a:custGeom>
            <a:avLst/>
            <a:gdLst/>
            <a:ahLst/>
            <a:cxnLst/>
            <a:rect r="r" b="b" t="t" l="l"/>
            <a:pathLst>
              <a:path h="1662343" w="4739427">
                <a:moveTo>
                  <a:pt x="0" y="0"/>
                </a:moveTo>
                <a:lnTo>
                  <a:pt x="4739427" y="0"/>
                </a:lnTo>
                <a:lnTo>
                  <a:pt x="4739427" y="1662343"/>
                </a:lnTo>
                <a:lnTo>
                  <a:pt x="0" y="1662343"/>
                </a:lnTo>
                <a:lnTo>
                  <a:pt x="0" y="0"/>
                </a:lnTo>
                <a:close/>
              </a:path>
            </a:pathLst>
          </a:custGeom>
          <a:blipFill>
            <a:blip r:embed="rId6"/>
            <a:stretch>
              <a:fillRect l="-11615" t="0" r="-1272" b="-6210"/>
            </a:stretch>
          </a:blipFill>
        </p:spPr>
      </p:sp>
      <p:sp>
        <p:nvSpPr>
          <p:cNvPr name="Freeform 10" id="10"/>
          <p:cNvSpPr/>
          <p:nvPr/>
        </p:nvSpPr>
        <p:spPr>
          <a:xfrm flipH="false" flipV="false" rot="0">
            <a:off x="11354226" y="3274044"/>
            <a:ext cx="6060621" cy="4106071"/>
          </a:xfrm>
          <a:custGeom>
            <a:avLst/>
            <a:gdLst/>
            <a:ahLst/>
            <a:cxnLst/>
            <a:rect r="r" b="b" t="t" l="l"/>
            <a:pathLst>
              <a:path h="4106071" w="6060621">
                <a:moveTo>
                  <a:pt x="0" y="0"/>
                </a:moveTo>
                <a:lnTo>
                  <a:pt x="6060621" y="0"/>
                </a:lnTo>
                <a:lnTo>
                  <a:pt x="6060621" y="4106071"/>
                </a:lnTo>
                <a:lnTo>
                  <a:pt x="0" y="4106071"/>
                </a:lnTo>
                <a:lnTo>
                  <a:pt x="0" y="0"/>
                </a:lnTo>
                <a:close/>
              </a:path>
            </a:pathLst>
          </a:custGeom>
          <a:blipFill>
            <a:blip r:embed="rId7"/>
            <a:stretch>
              <a:fillRect l="0" t="0" r="0" b="0"/>
            </a:stretch>
          </a:blipFill>
        </p:spPr>
      </p:sp>
      <p:sp>
        <p:nvSpPr>
          <p:cNvPr name="TextBox 11" id="11"/>
          <p:cNvSpPr txBox="true"/>
          <p:nvPr/>
        </p:nvSpPr>
        <p:spPr>
          <a:xfrm rot="0">
            <a:off x="1928702" y="2401249"/>
            <a:ext cx="13432875" cy="3207892"/>
          </a:xfrm>
          <a:prstGeom prst="rect">
            <a:avLst/>
          </a:prstGeom>
        </p:spPr>
        <p:txBody>
          <a:bodyPr anchor="t" rtlCol="false" tIns="0" lIns="0" bIns="0" rIns="0">
            <a:spAutoFit/>
          </a:bodyPr>
          <a:lstStyle/>
          <a:p>
            <a:pPr algn="l">
              <a:lnSpc>
                <a:spcPts val="12378"/>
              </a:lnSpc>
              <a:spcBef>
                <a:spcPct val="0"/>
              </a:spcBef>
            </a:pPr>
            <a:r>
              <a:rPr lang="en-US" b="true" sz="11902">
                <a:solidFill>
                  <a:srgbClr val="FFFFFF"/>
                </a:solidFill>
                <a:latin typeface="Raleway Heavy"/>
                <a:ea typeface="Raleway Heavy"/>
                <a:cs typeface="Raleway Heavy"/>
                <a:sym typeface="Raleway Heavy"/>
              </a:rPr>
              <a:t>Common Challenges</a:t>
            </a:r>
          </a:p>
        </p:txBody>
      </p:sp>
      <p:sp>
        <p:nvSpPr>
          <p:cNvPr name="TextBox 12" id="12"/>
          <p:cNvSpPr txBox="true"/>
          <p:nvPr/>
        </p:nvSpPr>
        <p:spPr>
          <a:xfrm rot="0">
            <a:off x="1928702" y="9374341"/>
            <a:ext cx="3631063" cy="345235"/>
          </a:xfrm>
          <a:prstGeom prst="rect">
            <a:avLst/>
          </a:prstGeom>
        </p:spPr>
        <p:txBody>
          <a:bodyPr anchor="t" rtlCol="false" tIns="0" lIns="0" bIns="0" rIns="0">
            <a:spAutoFit/>
          </a:bodyPr>
          <a:lstStyle/>
          <a:p>
            <a:pPr algn="l">
              <a:lnSpc>
                <a:spcPts val="2557"/>
              </a:lnSpc>
              <a:spcBef>
                <a:spcPct val="0"/>
              </a:spcBef>
            </a:pPr>
            <a:r>
              <a:rPr lang="en-US" sz="2458">
                <a:solidFill>
                  <a:srgbClr val="FFFFFF"/>
                </a:solidFill>
                <a:latin typeface="Raleway"/>
                <a:ea typeface="Raleway"/>
                <a:cs typeface="Raleway"/>
                <a:sym typeface="Raleway"/>
              </a:rPr>
              <a:t>Presented by</a:t>
            </a:r>
          </a:p>
        </p:txBody>
      </p:sp>
      <p:sp>
        <p:nvSpPr>
          <p:cNvPr name="TextBox 13" id="13"/>
          <p:cNvSpPr txBox="true"/>
          <p:nvPr/>
        </p:nvSpPr>
        <p:spPr>
          <a:xfrm rot="0">
            <a:off x="4298416" y="9335924"/>
            <a:ext cx="3631063" cy="422070"/>
          </a:xfrm>
          <a:prstGeom prst="rect">
            <a:avLst/>
          </a:prstGeom>
        </p:spPr>
        <p:txBody>
          <a:bodyPr anchor="t" rtlCol="false" tIns="0" lIns="0" bIns="0" rIns="0">
            <a:spAutoFit/>
          </a:bodyPr>
          <a:lstStyle/>
          <a:p>
            <a:pPr algn="l">
              <a:lnSpc>
                <a:spcPts val="3076"/>
              </a:lnSpc>
              <a:spcBef>
                <a:spcPct val="0"/>
              </a:spcBef>
            </a:pPr>
            <a:r>
              <a:rPr lang="en-US" b="true" sz="2958">
                <a:solidFill>
                  <a:srgbClr val="FFFFFF"/>
                </a:solidFill>
                <a:latin typeface="Raleway Bold"/>
                <a:ea typeface="Raleway Bold"/>
                <a:cs typeface="Raleway Bold"/>
                <a:sym typeface="Raleway Bold"/>
              </a:rPr>
              <a:t>VICTOR A.I</a:t>
            </a:r>
          </a:p>
        </p:txBody>
      </p:sp>
      <p:sp>
        <p:nvSpPr>
          <p:cNvPr name="TextBox 14" id="14"/>
          <p:cNvSpPr txBox="true"/>
          <p:nvPr/>
        </p:nvSpPr>
        <p:spPr>
          <a:xfrm rot="0">
            <a:off x="15309115" y="9072819"/>
            <a:ext cx="1716617" cy="345235"/>
          </a:xfrm>
          <a:prstGeom prst="rect">
            <a:avLst/>
          </a:prstGeom>
        </p:spPr>
        <p:txBody>
          <a:bodyPr anchor="t" rtlCol="false" tIns="0" lIns="0" bIns="0" rIns="0">
            <a:spAutoFit/>
          </a:bodyPr>
          <a:lstStyle/>
          <a:p>
            <a:pPr algn="l">
              <a:lnSpc>
                <a:spcPts val="2557"/>
              </a:lnSpc>
              <a:spcBef>
                <a:spcPct val="0"/>
              </a:spcBef>
            </a:pPr>
            <a:r>
              <a:rPr lang="en-US" sz="2458">
                <a:solidFill>
                  <a:srgbClr val="FFFFFF"/>
                </a:solidFill>
                <a:latin typeface="Raleway"/>
                <a:ea typeface="Raleway"/>
                <a:cs typeface="Raleway"/>
                <a:sym typeface="Raleway"/>
              </a:rPr>
              <a:t>Next Slide</a:t>
            </a:r>
          </a:p>
        </p:txBody>
      </p:sp>
      <p:sp>
        <p:nvSpPr>
          <p:cNvPr name="TextBox 15" id="15"/>
          <p:cNvSpPr txBox="true"/>
          <p:nvPr/>
        </p:nvSpPr>
        <p:spPr>
          <a:xfrm rot="-5400000">
            <a:off x="129306" y="8871810"/>
            <a:ext cx="1078468" cy="243254"/>
          </a:xfrm>
          <a:prstGeom prst="rect">
            <a:avLst/>
          </a:prstGeom>
        </p:spPr>
        <p:txBody>
          <a:bodyPr anchor="t" rtlCol="false" tIns="0" lIns="0" bIns="0" rIns="0">
            <a:spAutoFit/>
          </a:bodyPr>
          <a:lstStyle/>
          <a:p>
            <a:pPr algn="ctr">
              <a:lnSpc>
                <a:spcPts val="1725"/>
              </a:lnSpc>
              <a:spcBef>
                <a:spcPct val="0"/>
              </a:spcBef>
            </a:pPr>
            <a:r>
              <a:rPr lang="en-US" sz="1658">
                <a:solidFill>
                  <a:srgbClr val="FFFFFF"/>
                </a:solidFill>
                <a:latin typeface="Raleway"/>
                <a:ea typeface="Raleway"/>
                <a:cs typeface="Raleway"/>
                <a:sym typeface="Raleway"/>
              </a:rPr>
              <a:t>Page 11</a:t>
            </a:r>
          </a:p>
        </p:txBody>
      </p:sp>
      <p:sp>
        <p:nvSpPr>
          <p:cNvPr name="TextBox 16" id="16"/>
          <p:cNvSpPr txBox="true"/>
          <p:nvPr/>
        </p:nvSpPr>
        <p:spPr>
          <a:xfrm rot="0">
            <a:off x="16315179" y="1221648"/>
            <a:ext cx="944121" cy="291514"/>
          </a:xfrm>
          <a:prstGeom prst="rect">
            <a:avLst/>
          </a:prstGeom>
        </p:spPr>
        <p:txBody>
          <a:bodyPr anchor="t" rtlCol="false" tIns="0" lIns="0" bIns="0" rIns="0">
            <a:spAutoFit/>
          </a:bodyPr>
          <a:lstStyle/>
          <a:p>
            <a:pPr algn="l">
              <a:lnSpc>
                <a:spcPts val="2245"/>
              </a:lnSpc>
              <a:spcBef>
                <a:spcPct val="0"/>
              </a:spcBef>
            </a:pPr>
            <a:r>
              <a:rPr lang="en-US" sz="2158">
                <a:solidFill>
                  <a:srgbClr val="FFFFFF"/>
                </a:solidFill>
                <a:latin typeface="Montserrat"/>
                <a:ea typeface="Montserrat"/>
                <a:cs typeface="Montserrat"/>
                <a:sym typeface="Montserrat"/>
              </a:rPr>
              <a:t>2025</a:t>
            </a:r>
          </a:p>
        </p:txBody>
      </p:sp>
      <p:sp>
        <p:nvSpPr>
          <p:cNvPr name="TextBox 17" id="17"/>
          <p:cNvSpPr txBox="true"/>
          <p:nvPr/>
        </p:nvSpPr>
        <p:spPr>
          <a:xfrm rot="0">
            <a:off x="1928702" y="5757305"/>
            <a:ext cx="10775662" cy="2801926"/>
          </a:xfrm>
          <a:prstGeom prst="rect">
            <a:avLst/>
          </a:prstGeom>
        </p:spPr>
        <p:txBody>
          <a:bodyPr anchor="t" rtlCol="false" tIns="0" lIns="0" bIns="0" rIns="0">
            <a:spAutoFit/>
          </a:bodyPr>
          <a:lstStyle/>
          <a:p>
            <a:pPr algn="l">
              <a:lnSpc>
                <a:spcPts val="4437"/>
              </a:lnSpc>
            </a:pPr>
            <a:r>
              <a:rPr lang="en-US" sz="2958" spc="41" b="true">
                <a:solidFill>
                  <a:srgbClr val="FFFFFF"/>
                </a:solidFill>
                <a:latin typeface="Raleway Bold"/>
                <a:ea typeface="Raleway Bold"/>
                <a:cs typeface="Raleway Bold"/>
                <a:sym typeface="Raleway Bold"/>
              </a:rPr>
              <a:t>• Self-doubt</a:t>
            </a:r>
          </a:p>
          <a:p>
            <a:pPr algn="l">
              <a:lnSpc>
                <a:spcPts val="4437"/>
              </a:lnSpc>
            </a:pPr>
            <a:r>
              <a:rPr lang="en-US" sz="2958" spc="41" b="true">
                <a:solidFill>
                  <a:srgbClr val="FFFFFF"/>
                </a:solidFill>
                <a:latin typeface="Raleway Bold"/>
                <a:ea typeface="Raleway Bold"/>
                <a:cs typeface="Raleway Bold"/>
                <a:sym typeface="Raleway Bold"/>
              </a:rPr>
              <a:t>• </a:t>
            </a:r>
            <a:r>
              <a:rPr lang="en-US" sz="2958" spc="41" b="true">
                <a:solidFill>
                  <a:srgbClr val="FFFFFF"/>
                </a:solidFill>
                <a:latin typeface="Raleway Bold"/>
                <a:ea typeface="Raleway Bold"/>
                <a:cs typeface="Raleway Bold"/>
                <a:sym typeface="Raleway Bold"/>
              </a:rPr>
              <a:t>Low pricing</a:t>
            </a:r>
          </a:p>
          <a:p>
            <a:pPr algn="l">
              <a:lnSpc>
                <a:spcPts val="4437"/>
              </a:lnSpc>
            </a:pPr>
            <a:r>
              <a:rPr lang="en-US" sz="2958" spc="41" b="true">
                <a:solidFill>
                  <a:srgbClr val="FFFFFF"/>
                </a:solidFill>
                <a:latin typeface="Raleway Bold"/>
                <a:ea typeface="Raleway Bold"/>
                <a:cs typeface="Raleway Bold"/>
                <a:sym typeface="Raleway Bold"/>
              </a:rPr>
              <a:t>• </a:t>
            </a:r>
            <a:r>
              <a:rPr lang="en-US" sz="2958" spc="41" b="true">
                <a:solidFill>
                  <a:srgbClr val="FFFFFF"/>
                </a:solidFill>
                <a:latin typeface="Raleway Bold"/>
                <a:ea typeface="Raleway Bold"/>
                <a:cs typeface="Raleway Bold"/>
                <a:sym typeface="Raleway Bold"/>
              </a:rPr>
              <a:t>Lack of inspiration</a:t>
            </a:r>
          </a:p>
          <a:p>
            <a:pPr algn="l">
              <a:lnSpc>
                <a:spcPts val="4437"/>
              </a:lnSpc>
            </a:pPr>
            <a:r>
              <a:rPr lang="en-US" sz="2958" spc="41" b="true">
                <a:solidFill>
                  <a:srgbClr val="FFFFFF"/>
                </a:solidFill>
                <a:latin typeface="Raleway Bold"/>
                <a:ea typeface="Raleway Bold"/>
                <a:cs typeface="Raleway Bold"/>
                <a:sym typeface="Raleway Bold"/>
              </a:rPr>
              <a:t>• </a:t>
            </a:r>
            <a:r>
              <a:rPr lang="en-US" sz="2958" spc="41" b="true">
                <a:solidFill>
                  <a:srgbClr val="FFFFFF"/>
                </a:solidFill>
                <a:latin typeface="Raleway Bold"/>
                <a:ea typeface="Raleway Bold"/>
                <a:cs typeface="Raleway Bold"/>
                <a:sym typeface="Raleway Bold"/>
              </a:rPr>
              <a:t>Comparison on social media</a:t>
            </a:r>
          </a:p>
          <a:p>
            <a:pPr algn="l">
              <a:lnSpc>
                <a:spcPts val="4437"/>
              </a:lnSpc>
            </a:pPr>
            <a:r>
              <a:rPr lang="en-US" sz="2958" spc="41" b="true">
                <a:solidFill>
                  <a:srgbClr val="FFFFFF"/>
                </a:solidFill>
                <a:latin typeface="Raleway Bold"/>
                <a:ea typeface="Raleway Bold"/>
                <a:cs typeface="Raleway Bold"/>
                <a:sym typeface="Raleway Bold"/>
              </a:rPr>
              <a:t>• Difficult Client</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0B0800"/>
        </a:solidFill>
      </p:bgPr>
    </p:bg>
    <p:spTree>
      <p:nvGrpSpPr>
        <p:cNvPr id="1" name=""/>
        <p:cNvGrpSpPr/>
        <p:nvPr/>
      </p:nvGrpSpPr>
      <p:grpSpPr>
        <a:xfrm>
          <a:off x="0" y="0"/>
          <a:ext cx="0" cy="0"/>
          <a:chOff x="0" y="0"/>
          <a:chExt cx="0" cy="0"/>
        </a:xfrm>
      </p:grpSpPr>
      <p:sp>
        <p:nvSpPr>
          <p:cNvPr name="Freeform 2" id="2"/>
          <p:cNvSpPr/>
          <p:nvPr/>
        </p:nvSpPr>
        <p:spPr>
          <a:xfrm flipH="false" flipV="false" rot="0">
            <a:off x="-12329008" y="1513162"/>
            <a:ext cx="17956749" cy="18046984"/>
          </a:xfrm>
          <a:custGeom>
            <a:avLst/>
            <a:gdLst/>
            <a:ahLst/>
            <a:cxnLst/>
            <a:rect r="r" b="b" t="t" l="l"/>
            <a:pathLst>
              <a:path h="18046984" w="17956749">
                <a:moveTo>
                  <a:pt x="0" y="0"/>
                </a:moveTo>
                <a:lnTo>
                  <a:pt x="17956749" y="0"/>
                </a:lnTo>
                <a:lnTo>
                  <a:pt x="17956749" y="18046985"/>
                </a:lnTo>
                <a:lnTo>
                  <a:pt x="0" y="18046985"/>
                </a:lnTo>
                <a:lnTo>
                  <a:pt x="0" y="0"/>
                </a:lnTo>
                <a:close/>
              </a:path>
            </a:pathLst>
          </a:custGeom>
          <a:blipFill>
            <a:blip r:embed="rId2"/>
            <a:stretch>
              <a:fillRect l="0" t="0" r="0" b="0"/>
            </a:stretch>
          </a:blipFill>
        </p:spPr>
      </p:sp>
      <p:sp>
        <p:nvSpPr>
          <p:cNvPr name="Freeform 3" id="3"/>
          <p:cNvSpPr/>
          <p:nvPr/>
        </p:nvSpPr>
        <p:spPr>
          <a:xfrm flipH="false" flipV="false" rot="0">
            <a:off x="6330741" y="-10904054"/>
            <a:ext cx="17956749" cy="18046984"/>
          </a:xfrm>
          <a:custGeom>
            <a:avLst/>
            <a:gdLst/>
            <a:ahLst/>
            <a:cxnLst/>
            <a:rect r="r" b="b" t="t" l="l"/>
            <a:pathLst>
              <a:path h="18046984" w="17956749">
                <a:moveTo>
                  <a:pt x="0" y="0"/>
                </a:moveTo>
                <a:lnTo>
                  <a:pt x="17956749" y="0"/>
                </a:lnTo>
                <a:lnTo>
                  <a:pt x="17956749" y="18046984"/>
                </a:lnTo>
                <a:lnTo>
                  <a:pt x="0" y="18046984"/>
                </a:lnTo>
                <a:lnTo>
                  <a:pt x="0" y="0"/>
                </a:lnTo>
                <a:close/>
              </a:path>
            </a:pathLst>
          </a:custGeom>
          <a:blipFill>
            <a:blip r:embed="rId2"/>
            <a:stretch>
              <a:fillRect l="0" t="0" r="0" b="0"/>
            </a:stretch>
          </a:blipFill>
        </p:spPr>
      </p:sp>
      <p:sp>
        <p:nvSpPr>
          <p:cNvPr name="TextBox 4" id="4"/>
          <p:cNvSpPr txBox="true"/>
          <p:nvPr/>
        </p:nvSpPr>
        <p:spPr>
          <a:xfrm rot="0">
            <a:off x="1928702" y="3310426"/>
            <a:ext cx="13432875" cy="1639150"/>
          </a:xfrm>
          <a:prstGeom prst="rect">
            <a:avLst/>
          </a:prstGeom>
        </p:spPr>
        <p:txBody>
          <a:bodyPr anchor="t" rtlCol="false" tIns="0" lIns="0" bIns="0" rIns="0">
            <a:spAutoFit/>
          </a:bodyPr>
          <a:lstStyle/>
          <a:p>
            <a:pPr algn="l">
              <a:lnSpc>
                <a:spcPts val="12378"/>
              </a:lnSpc>
              <a:spcBef>
                <a:spcPct val="0"/>
              </a:spcBef>
            </a:pPr>
            <a:r>
              <a:rPr lang="en-US" b="true" sz="11902">
                <a:solidFill>
                  <a:srgbClr val="FFFFFF"/>
                </a:solidFill>
                <a:latin typeface="Raleway Heavy"/>
                <a:ea typeface="Raleway Heavy"/>
                <a:cs typeface="Raleway Heavy"/>
                <a:sym typeface="Raleway Heavy"/>
              </a:rPr>
              <a:t>DEMO TIME</a:t>
            </a:r>
          </a:p>
        </p:txBody>
      </p:sp>
      <p:sp>
        <p:nvSpPr>
          <p:cNvPr name="Freeform 5" id="5"/>
          <p:cNvSpPr/>
          <p:nvPr/>
        </p:nvSpPr>
        <p:spPr>
          <a:xfrm flipH="false" flipV="false" rot="0">
            <a:off x="14905325" y="4949576"/>
            <a:ext cx="912505" cy="912505"/>
          </a:xfrm>
          <a:custGeom>
            <a:avLst/>
            <a:gdLst/>
            <a:ahLst/>
            <a:cxnLst/>
            <a:rect r="r" b="b" t="t" l="l"/>
            <a:pathLst>
              <a:path h="912505" w="912505">
                <a:moveTo>
                  <a:pt x="0" y="0"/>
                </a:moveTo>
                <a:lnTo>
                  <a:pt x="912504" y="0"/>
                </a:lnTo>
                <a:lnTo>
                  <a:pt x="912504" y="912504"/>
                </a:lnTo>
                <a:lnTo>
                  <a:pt x="0" y="91250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6" id="6"/>
          <p:cNvGrpSpPr/>
          <p:nvPr/>
        </p:nvGrpSpPr>
        <p:grpSpPr>
          <a:xfrm rot="0">
            <a:off x="15361577" y="986553"/>
            <a:ext cx="667852" cy="667852"/>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lnTo>
                    <a:pt x="485289" y="111986"/>
                  </a:lnTo>
                  <a:lnTo>
                    <a:pt x="609600" y="54447"/>
                  </a:lnTo>
                  <a:lnTo>
                    <a:pt x="621927" y="190873"/>
                  </a:lnTo>
                  <a:lnTo>
                    <a:pt x="758353" y="203200"/>
                  </a:lnTo>
                  <a:lnTo>
                    <a:pt x="700814" y="327511"/>
                  </a:lnTo>
                  <a:lnTo>
                    <a:pt x="812800" y="406400"/>
                  </a:lnTo>
                  <a:lnTo>
                    <a:pt x="700814" y="485289"/>
                  </a:lnTo>
                  <a:lnTo>
                    <a:pt x="758353" y="609600"/>
                  </a:lnTo>
                  <a:lnTo>
                    <a:pt x="621927" y="621927"/>
                  </a:lnTo>
                  <a:lnTo>
                    <a:pt x="609600" y="758353"/>
                  </a:lnTo>
                  <a:lnTo>
                    <a:pt x="485289" y="700814"/>
                  </a:lnTo>
                  <a:lnTo>
                    <a:pt x="406400" y="812800"/>
                  </a:lnTo>
                  <a:lnTo>
                    <a:pt x="327511" y="700814"/>
                  </a:lnTo>
                  <a:lnTo>
                    <a:pt x="203200" y="758353"/>
                  </a:lnTo>
                  <a:lnTo>
                    <a:pt x="190873" y="621927"/>
                  </a:lnTo>
                  <a:lnTo>
                    <a:pt x="54447" y="609600"/>
                  </a:lnTo>
                  <a:lnTo>
                    <a:pt x="111986" y="485289"/>
                  </a:lnTo>
                  <a:lnTo>
                    <a:pt x="0" y="406400"/>
                  </a:lnTo>
                  <a:lnTo>
                    <a:pt x="111986" y="327511"/>
                  </a:lnTo>
                  <a:lnTo>
                    <a:pt x="54447" y="203200"/>
                  </a:lnTo>
                  <a:lnTo>
                    <a:pt x="190873" y="190873"/>
                  </a:lnTo>
                  <a:lnTo>
                    <a:pt x="203200" y="54447"/>
                  </a:lnTo>
                  <a:lnTo>
                    <a:pt x="327511" y="111986"/>
                  </a:lnTo>
                  <a:lnTo>
                    <a:pt x="406400" y="0"/>
                  </a:lnTo>
                  <a:close/>
                </a:path>
              </a:pathLst>
            </a:custGeom>
            <a:solidFill>
              <a:srgbClr val="F2F1EB"/>
            </a:solidFill>
          </p:spPr>
        </p:sp>
        <p:sp>
          <p:nvSpPr>
            <p:cNvPr name="TextBox 8" id="8"/>
            <p:cNvSpPr txBox="true"/>
            <p:nvPr/>
          </p:nvSpPr>
          <p:spPr>
            <a:xfrm>
              <a:off x="127000" y="155575"/>
              <a:ext cx="558800" cy="530225"/>
            </a:xfrm>
            <a:prstGeom prst="rect">
              <a:avLst/>
            </a:prstGeom>
          </p:spPr>
          <p:txBody>
            <a:bodyPr anchor="ctr" rtlCol="false" tIns="50800" lIns="50800" bIns="50800" rIns="50800"/>
            <a:lstStyle/>
            <a:p>
              <a:pPr algn="ctr">
                <a:lnSpc>
                  <a:spcPts val="2661"/>
                </a:lnSpc>
              </a:pPr>
            </a:p>
          </p:txBody>
        </p:sp>
      </p:grpSp>
      <p:sp>
        <p:nvSpPr>
          <p:cNvPr name="Freeform 9" id="9"/>
          <p:cNvSpPr/>
          <p:nvPr/>
        </p:nvSpPr>
        <p:spPr>
          <a:xfrm flipH="true" flipV="false" rot="0">
            <a:off x="16998830" y="8999755"/>
            <a:ext cx="416017" cy="418299"/>
          </a:xfrm>
          <a:custGeom>
            <a:avLst/>
            <a:gdLst/>
            <a:ahLst/>
            <a:cxnLst/>
            <a:rect r="r" b="b" t="t" l="l"/>
            <a:pathLst>
              <a:path h="418299" w="416017">
                <a:moveTo>
                  <a:pt x="416017" y="0"/>
                </a:moveTo>
                <a:lnTo>
                  <a:pt x="0" y="0"/>
                </a:lnTo>
                <a:lnTo>
                  <a:pt x="0" y="418299"/>
                </a:lnTo>
                <a:lnTo>
                  <a:pt x="416017" y="418299"/>
                </a:lnTo>
                <a:lnTo>
                  <a:pt x="416017" y="0"/>
                </a:lnTo>
                <a:close/>
              </a:path>
            </a:pathLst>
          </a:custGeom>
          <a:blipFill>
            <a:blip r:embed="rId5"/>
            <a:stretch>
              <a:fillRect l="0" t="0" r="0" b="0"/>
            </a:stretch>
          </a:blipFill>
        </p:spPr>
      </p:sp>
      <p:sp>
        <p:nvSpPr>
          <p:cNvPr name="Freeform 10" id="10"/>
          <p:cNvSpPr/>
          <p:nvPr/>
        </p:nvSpPr>
        <p:spPr>
          <a:xfrm flipH="false" flipV="false" rot="0">
            <a:off x="1928702" y="361902"/>
            <a:ext cx="4739427" cy="1662343"/>
          </a:xfrm>
          <a:custGeom>
            <a:avLst/>
            <a:gdLst/>
            <a:ahLst/>
            <a:cxnLst/>
            <a:rect r="r" b="b" t="t" l="l"/>
            <a:pathLst>
              <a:path h="1662343" w="4739427">
                <a:moveTo>
                  <a:pt x="0" y="0"/>
                </a:moveTo>
                <a:lnTo>
                  <a:pt x="4739427" y="0"/>
                </a:lnTo>
                <a:lnTo>
                  <a:pt x="4739427" y="1662343"/>
                </a:lnTo>
                <a:lnTo>
                  <a:pt x="0" y="1662343"/>
                </a:lnTo>
                <a:lnTo>
                  <a:pt x="0" y="0"/>
                </a:lnTo>
                <a:close/>
              </a:path>
            </a:pathLst>
          </a:custGeom>
          <a:blipFill>
            <a:blip r:embed="rId6"/>
            <a:stretch>
              <a:fillRect l="-11615" t="0" r="-1272" b="-6210"/>
            </a:stretch>
          </a:blipFill>
        </p:spPr>
      </p:sp>
      <p:sp>
        <p:nvSpPr>
          <p:cNvPr name="TextBox 11" id="11"/>
          <p:cNvSpPr txBox="true"/>
          <p:nvPr/>
        </p:nvSpPr>
        <p:spPr>
          <a:xfrm rot="0">
            <a:off x="1928702" y="9374341"/>
            <a:ext cx="3631063" cy="345235"/>
          </a:xfrm>
          <a:prstGeom prst="rect">
            <a:avLst/>
          </a:prstGeom>
        </p:spPr>
        <p:txBody>
          <a:bodyPr anchor="t" rtlCol="false" tIns="0" lIns="0" bIns="0" rIns="0">
            <a:spAutoFit/>
          </a:bodyPr>
          <a:lstStyle/>
          <a:p>
            <a:pPr algn="l">
              <a:lnSpc>
                <a:spcPts val="2557"/>
              </a:lnSpc>
              <a:spcBef>
                <a:spcPct val="0"/>
              </a:spcBef>
            </a:pPr>
            <a:r>
              <a:rPr lang="en-US" sz="2458">
                <a:solidFill>
                  <a:srgbClr val="FFFFFF"/>
                </a:solidFill>
                <a:latin typeface="Raleway"/>
                <a:ea typeface="Raleway"/>
                <a:cs typeface="Raleway"/>
                <a:sym typeface="Raleway"/>
              </a:rPr>
              <a:t>Presented by</a:t>
            </a:r>
          </a:p>
        </p:txBody>
      </p:sp>
      <p:sp>
        <p:nvSpPr>
          <p:cNvPr name="TextBox 12" id="12"/>
          <p:cNvSpPr txBox="true"/>
          <p:nvPr/>
        </p:nvSpPr>
        <p:spPr>
          <a:xfrm rot="0">
            <a:off x="4298416" y="9335924"/>
            <a:ext cx="3631063" cy="422070"/>
          </a:xfrm>
          <a:prstGeom prst="rect">
            <a:avLst/>
          </a:prstGeom>
        </p:spPr>
        <p:txBody>
          <a:bodyPr anchor="t" rtlCol="false" tIns="0" lIns="0" bIns="0" rIns="0">
            <a:spAutoFit/>
          </a:bodyPr>
          <a:lstStyle/>
          <a:p>
            <a:pPr algn="l">
              <a:lnSpc>
                <a:spcPts val="3076"/>
              </a:lnSpc>
              <a:spcBef>
                <a:spcPct val="0"/>
              </a:spcBef>
            </a:pPr>
            <a:r>
              <a:rPr lang="en-US" b="true" sz="2958">
                <a:solidFill>
                  <a:srgbClr val="FFFFFF"/>
                </a:solidFill>
                <a:latin typeface="Raleway Bold"/>
                <a:ea typeface="Raleway Bold"/>
                <a:cs typeface="Raleway Bold"/>
                <a:sym typeface="Raleway Bold"/>
              </a:rPr>
              <a:t>VICTOR A.I</a:t>
            </a:r>
          </a:p>
        </p:txBody>
      </p:sp>
      <p:sp>
        <p:nvSpPr>
          <p:cNvPr name="TextBox 13" id="13"/>
          <p:cNvSpPr txBox="true"/>
          <p:nvPr/>
        </p:nvSpPr>
        <p:spPr>
          <a:xfrm rot="0">
            <a:off x="15309115" y="9072819"/>
            <a:ext cx="1716617" cy="345235"/>
          </a:xfrm>
          <a:prstGeom prst="rect">
            <a:avLst/>
          </a:prstGeom>
        </p:spPr>
        <p:txBody>
          <a:bodyPr anchor="t" rtlCol="false" tIns="0" lIns="0" bIns="0" rIns="0">
            <a:spAutoFit/>
          </a:bodyPr>
          <a:lstStyle/>
          <a:p>
            <a:pPr algn="l">
              <a:lnSpc>
                <a:spcPts val="2557"/>
              </a:lnSpc>
              <a:spcBef>
                <a:spcPct val="0"/>
              </a:spcBef>
            </a:pPr>
            <a:r>
              <a:rPr lang="en-US" sz="2458">
                <a:solidFill>
                  <a:srgbClr val="FFFFFF"/>
                </a:solidFill>
                <a:latin typeface="Raleway"/>
                <a:ea typeface="Raleway"/>
                <a:cs typeface="Raleway"/>
                <a:sym typeface="Raleway"/>
              </a:rPr>
              <a:t>Next Slide</a:t>
            </a:r>
          </a:p>
        </p:txBody>
      </p:sp>
      <p:sp>
        <p:nvSpPr>
          <p:cNvPr name="TextBox 14" id="14"/>
          <p:cNvSpPr txBox="true"/>
          <p:nvPr/>
        </p:nvSpPr>
        <p:spPr>
          <a:xfrm rot="-5400000">
            <a:off x="129306" y="8871810"/>
            <a:ext cx="1078468" cy="243254"/>
          </a:xfrm>
          <a:prstGeom prst="rect">
            <a:avLst/>
          </a:prstGeom>
        </p:spPr>
        <p:txBody>
          <a:bodyPr anchor="t" rtlCol="false" tIns="0" lIns="0" bIns="0" rIns="0">
            <a:spAutoFit/>
          </a:bodyPr>
          <a:lstStyle/>
          <a:p>
            <a:pPr algn="ctr">
              <a:lnSpc>
                <a:spcPts val="1725"/>
              </a:lnSpc>
              <a:spcBef>
                <a:spcPct val="0"/>
              </a:spcBef>
            </a:pPr>
            <a:r>
              <a:rPr lang="en-US" sz="1658">
                <a:solidFill>
                  <a:srgbClr val="FFFFFF"/>
                </a:solidFill>
                <a:latin typeface="Raleway"/>
                <a:ea typeface="Raleway"/>
                <a:cs typeface="Raleway"/>
                <a:sym typeface="Raleway"/>
              </a:rPr>
              <a:t>Page 12</a:t>
            </a:r>
          </a:p>
        </p:txBody>
      </p:sp>
      <p:sp>
        <p:nvSpPr>
          <p:cNvPr name="TextBox 15" id="15"/>
          <p:cNvSpPr txBox="true"/>
          <p:nvPr/>
        </p:nvSpPr>
        <p:spPr>
          <a:xfrm rot="0">
            <a:off x="16315179" y="1221648"/>
            <a:ext cx="944121" cy="291514"/>
          </a:xfrm>
          <a:prstGeom prst="rect">
            <a:avLst/>
          </a:prstGeom>
        </p:spPr>
        <p:txBody>
          <a:bodyPr anchor="t" rtlCol="false" tIns="0" lIns="0" bIns="0" rIns="0">
            <a:spAutoFit/>
          </a:bodyPr>
          <a:lstStyle/>
          <a:p>
            <a:pPr algn="l">
              <a:lnSpc>
                <a:spcPts val="2245"/>
              </a:lnSpc>
              <a:spcBef>
                <a:spcPct val="0"/>
              </a:spcBef>
            </a:pPr>
            <a:r>
              <a:rPr lang="en-US" sz="2158">
                <a:solidFill>
                  <a:srgbClr val="FFFFFF"/>
                </a:solidFill>
                <a:latin typeface="Montserrat"/>
                <a:ea typeface="Montserrat"/>
                <a:cs typeface="Montserrat"/>
                <a:sym typeface="Montserrat"/>
              </a:rPr>
              <a:t>2025</a:t>
            </a:r>
          </a:p>
        </p:txBody>
      </p:sp>
      <p:sp>
        <p:nvSpPr>
          <p:cNvPr name="TextBox 16" id="16"/>
          <p:cNvSpPr txBox="true"/>
          <p:nvPr/>
        </p:nvSpPr>
        <p:spPr>
          <a:xfrm rot="0">
            <a:off x="1876240" y="5048250"/>
            <a:ext cx="12546345" cy="1602338"/>
          </a:xfrm>
          <a:prstGeom prst="rect">
            <a:avLst/>
          </a:prstGeom>
        </p:spPr>
        <p:txBody>
          <a:bodyPr anchor="t" rtlCol="false" tIns="0" lIns="0" bIns="0" rIns="0">
            <a:spAutoFit/>
          </a:bodyPr>
          <a:lstStyle/>
          <a:p>
            <a:pPr algn="l">
              <a:lnSpc>
                <a:spcPts val="6418"/>
              </a:lnSpc>
            </a:pPr>
            <a:r>
              <a:rPr lang="en-US" sz="4584" spc="64" b="true">
                <a:solidFill>
                  <a:srgbClr val="FFFFFF"/>
                </a:solidFill>
                <a:latin typeface="Raleway Bold"/>
                <a:ea typeface="Raleway Bold"/>
                <a:cs typeface="Raleway Bold"/>
                <a:sym typeface="Raleway Bold"/>
              </a:rPr>
              <a:t>Hands-on: Designing on Mobile (Pixellab)</a:t>
            </a:r>
          </a:p>
          <a:p>
            <a:pPr algn="l">
              <a:lnSpc>
                <a:spcPts val="6418"/>
              </a:lnSpc>
            </a:pP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0B0800"/>
        </a:solidFill>
      </p:bgPr>
    </p:bg>
    <p:spTree>
      <p:nvGrpSpPr>
        <p:cNvPr id="1" name=""/>
        <p:cNvGrpSpPr/>
        <p:nvPr/>
      </p:nvGrpSpPr>
      <p:grpSpPr>
        <a:xfrm>
          <a:off x="0" y="0"/>
          <a:ext cx="0" cy="0"/>
          <a:chOff x="0" y="0"/>
          <a:chExt cx="0" cy="0"/>
        </a:xfrm>
      </p:grpSpPr>
      <p:sp>
        <p:nvSpPr>
          <p:cNvPr name="Freeform 2" id="2"/>
          <p:cNvSpPr/>
          <p:nvPr/>
        </p:nvSpPr>
        <p:spPr>
          <a:xfrm flipH="false" flipV="false" rot="0">
            <a:off x="-12329008" y="1513162"/>
            <a:ext cx="17956749" cy="18046984"/>
          </a:xfrm>
          <a:custGeom>
            <a:avLst/>
            <a:gdLst/>
            <a:ahLst/>
            <a:cxnLst/>
            <a:rect r="r" b="b" t="t" l="l"/>
            <a:pathLst>
              <a:path h="18046984" w="17956749">
                <a:moveTo>
                  <a:pt x="0" y="0"/>
                </a:moveTo>
                <a:lnTo>
                  <a:pt x="17956749" y="0"/>
                </a:lnTo>
                <a:lnTo>
                  <a:pt x="17956749" y="18046985"/>
                </a:lnTo>
                <a:lnTo>
                  <a:pt x="0" y="18046985"/>
                </a:lnTo>
                <a:lnTo>
                  <a:pt x="0" y="0"/>
                </a:lnTo>
                <a:close/>
              </a:path>
            </a:pathLst>
          </a:custGeom>
          <a:blipFill>
            <a:blip r:embed="rId2"/>
            <a:stretch>
              <a:fillRect l="0" t="0" r="0" b="0"/>
            </a:stretch>
          </a:blipFill>
        </p:spPr>
      </p:sp>
      <p:sp>
        <p:nvSpPr>
          <p:cNvPr name="Freeform 3" id="3"/>
          <p:cNvSpPr/>
          <p:nvPr/>
        </p:nvSpPr>
        <p:spPr>
          <a:xfrm flipH="false" flipV="false" rot="0">
            <a:off x="6330741" y="-10904054"/>
            <a:ext cx="17956749" cy="18046984"/>
          </a:xfrm>
          <a:custGeom>
            <a:avLst/>
            <a:gdLst/>
            <a:ahLst/>
            <a:cxnLst/>
            <a:rect r="r" b="b" t="t" l="l"/>
            <a:pathLst>
              <a:path h="18046984" w="17956749">
                <a:moveTo>
                  <a:pt x="0" y="0"/>
                </a:moveTo>
                <a:lnTo>
                  <a:pt x="17956749" y="0"/>
                </a:lnTo>
                <a:lnTo>
                  <a:pt x="17956749" y="18046984"/>
                </a:lnTo>
                <a:lnTo>
                  <a:pt x="0" y="18046984"/>
                </a:lnTo>
                <a:lnTo>
                  <a:pt x="0" y="0"/>
                </a:lnTo>
                <a:close/>
              </a:path>
            </a:pathLst>
          </a:custGeom>
          <a:blipFill>
            <a:blip r:embed="rId2"/>
            <a:stretch>
              <a:fillRect l="0" t="0" r="0" b="0"/>
            </a:stretch>
          </a:blipFill>
        </p:spPr>
      </p:sp>
      <p:sp>
        <p:nvSpPr>
          <p:cNvPr name="TextBox 4" id="4"/>
          <p:cNvSpPr txBox="true"/>
          <p:nvPr/>
        </p:nvSpPr>
        <p:spPr>
          <a:xfrm rot="0">
            <a:off x="1876240" y="2753060"/>
            <a:ext cx="13432875" cy="1639150"/>
          </a:xfrm>
          <a:prstGeom prst="rect">
            <a:avLst/>
          </a:prstGeom>
        </p:spPr>
        <p:txBody>
          <a:bodyPr anchor="t" rtlCol="false" tIns="0" lIns="0" bIns="0" rIns="0">
            <a:spAutoFit/>
          </a:bodyPr>
          <a:lstStyle/>
          <a:p>
            <a:pPr algn="l">
              <a:lnSpc>
                <a:spcPts val="12378"/>
              </a:lnSpc>
              <a:spcBef>
                <a:spcPct val="0"/>
              </a:spcBef>
            </a:pPr>
            <a:r>
              <a:rPr lang="en-US" b="true" sz="11902">
                <a:solidFill>
                  <a:srgbClr val="FFFFFF"/>
                </a:solidFill>
                <a:latin typeface="Raleway Heavy"/>
                <a:ea typeface="Raleway Heavy"/>
                <a:cs typeface="Raleway Heavy"/>
                <a:sym typeface="Raleway Heavy"/>
              </a:rPr>
              <a:t>Conclusion </a:t>
            </a:r>
          </a:p>
        </p:txBody>
      </p:sp>
      <p:sp>
        <p:nvSpPr>
          <p:cNvPr name="Freeform 5" id="5"/>
          <p:cNvSpPr/>
          <p:nvPr/>
        </p:nvSpPr>
        <p:spPr>
          <a:xfrm flipH="false" flipV="false" rot="0">
            <a:off x="15116924" y="4230995"/>
            <a:ext cx="912505" cy="912505"/>
          </a:xfrm>
          <a:custGeom>
            <a:avLst/>
            <a:gdLst/>
            <a:ahLst/>
            <a:cxnLst/>
            <a:rect r="r" b="b" t="t" l="l"/>
            <a:pathLst>
              <a:path h="912505" w="912505">
                <a:moveTo>
                  <a:pt x="0" y="0"/>
                </a:moveTo>
                <a:lnTo>
                  <a:pt x="912505" y="0"/>
                </a:lnTo>
                <a:lnTo>
                  <a:pt x="912505" y="912505"/>
                </a:lnTo>
                <a:lnTo>
                  <a:pt x="0" y="91250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6" id="6"/>
          <p:cNvGrpSpPr/>
          <p:nvPr/>
        </p:nvGrpSpPr>
        <p:grpSpPr>
          <a:xfrm rot="0">
            <a:off x="15361577" y="986553"/>
            <a:ext cx="667852" cy="667852"/>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lnTo>
                    <a:pt x="485289" y="111986"/>
                  </a:lnTo>
                  <a:lnTo>
                    <a:pt x="609600" y="54447"/>
                  </a:lnTo>
                  <a:lnTo>
                    <a:pt x="621927" y="190873"/>
                  </a:lnTo>
                  <a:lnTo>
                    <a:pt x="758353" y="203200"/>
                  </a:lnTo>
                  <a:lnTo>
                    <a:pt x="700814" y="327511"/>
                  </a:lnTo>
                  <a:lnTo>
                    <a:pt x="812800" y="406400"/>
                  </a:lnTo>
                  <a:lnTo>
                    <a:pt x="700814" y="485289"/>
                  </a:lnTo>
                  <a:lnTo>
                    <a:pt x="758353" y="609600"/>
                  </a:lnTo>
                  <a:lnTo>
                    <a:pt x="621927" y="621927"/>
                  </a:lnTo>
                  <a:lnTo>
                    <a:pt x="609600" y="758353"/>
                  </a:lnTo>
                  <a:lnTo>
                    <a:pt x="485289" y="700814"/>
                  </a:lnTo>
                  <a:lnTo>
                    <a:pt x="406400" y="812800"/>
                  </a:lnTo>
                  <a:lnTo>
                    <a:pt x="327511" y="700814"/>
                  </a:lnTo>
                  <a:lnTo>
                    <a:pt x="203200" y="758353"/>
                  </a:lnTo>
                  <a:lnTo>
                    <a:pt x="190873" y="621927"/>
                  </a:lnTo>
                  <a:lnTo>
                    <a:pt x="54447" y="609600"/>
                  </a:lnTo>
                  <a:lnTo>
                    <a:pt x="111986" y="485289"/>
                  </a:lnTo>
                  <a:lnTo>
                    <a:pt x="0" y="406400"/>
                  </a:lnTo>
                  <a:lnTo>
                    <a:pt x="111986" y="327511"/>
                  </a:lnTo>
                  <a:lnTo>
                    <a:pt x="54447" y="203200"/>
                  </a:lnTo>
                  <a:lnTo>
                    <a:pt x="190873" y="190873"/>
                  </a:lnTo>
                  <a:lnTo>
                    <a:pt x="203200" y="54447"/>
                  </a:lnTo>
                  <a:lnTo>
                    <a:pt x="327511" y="111986"/>
                  </a:lnTo>
                  <a:lnTo>
                    <a:pt x="406400" y="0"/>
                  </a:lnTo>
                  <a:close/>
                </a:path>
              </a:pathLst>
            </a:custGeom>
            <a:solidFill>
              <a:srgbClr val="F2F1EB"/>
            </a:solidFill>
          </p:spPr>
        </p:sp>
        <p:sp>
          <p:nvSpPr>
            <p:cNvPr name="TextBox 8" id="8"/>
            <p:cNvSpPr txBox="true"/>
            <p:nvPr/>
          </p:nvSpPr>
          <p:spPr>
            <a:xfrm>
              <a:off x="127000" y="155575"/>
              <a:ext cx="558800" cy="530225"/>
            </a:xfrm>
            <a:prstGeom prst="rect">
              <a:avLst/>
            </a:prstGeom>
          </p:spPr>
          <p:txBody>
            <a:bodyPr anchor="ctr" rtlCol="false" tIns="50800" lIns="50800" bIns="50800" rIns="50800"/>
            <a:lstStyle/>
            <a:p>
              <a:pPr algn="ctr">
                <a:lnSpc>
                  <a:spcPts val="2661"/>
                </a:lnSpc>
              </a:pPr>
            </a:p>
          </p:txBody>
        </p:sp>
      </p:grpSp>
      <p:sp>
        <p:nvSpPr>
          <p:cNvPr name="Freeform 9" id="9"/>
          <p:cNvSpPr/>
          <p:nvPr/>
        </p:nvSpPr>
        <p:spPr>
          <a:xfrm flipH="true" flipV="false" rot="0">
            <a:off x="16998830" y="8999755"/>
            <a:ext cx="416017" cy="418299"/>
          </a:xfrm>
          <a:custGeom>
            <a:avLst/>
            <a:gdLst/>
            <a:ahLst/>
            <a:cxnLst/>
            <a:rect r="r" b="b" t="t" l="l"/>
            <a:pathLst>
              <a:path h="418299" w="416017">
                <a:moveTo>
                  <a:pt x="416017" y="0"/>
                </a:moveTo>
                <a:lnTo>
                  <a:pt x="0" y="0"/>
                </a:lnTo>
                <a:lnTo>
                  <a:pt x="0" y="418299"/>
                </a:lnTo>
                <a:lnTo>
                  <a:pt x="416017" y="418299"/>
                </a:lnTo>
                <a:lnTo>
                  <a:pt x="416017" y="0"/>
                </a:lnTo>
                <a:close/>
              </a:path>
            </a:pathLst>
          </a:custGeom>
          <a:blipFill>
            <a:blip r:embed="rId5"/>
            <a:stretch>
              <a:fillRect l="0" t="0" r="0" b="0"/>
            </a:stretch>
          </a:blipFill>
        </p:spPr>
      </p:sp>
      <p:sp>
        <p:nvSpPr>
          <p:cNvPr name="Freeform 10" id="10"/>
          <p:cNvSpPr/>
          <p:nvPr/>
        </p:nvSpPr>
        <p:spPr>
          <a:xfrm flipH="false" flipV="false" rot="0">
            <a:off x="1928702" y="361902"/>
            <a:ext cx="4739427" cy="1662343"/>
          </a:xfrm>
          <a:custGeom>
            <a:avLst/>
            <a:gdLst/>
            <a:ahLst/>
            <a:cxnLst/>
            <a:rect r="r" b="b" t="t" l="l"/>
            <a:pathLst>
              <a:path h="1662343" w="4739427">
                <a:moveTo>
                  <a:pt x="0" y="0"/>
                </a:moveTo>
                <a:lnTo>
                  <a:pt x="4739427" y="0"/>
                </a:lnTo>
                <a:lnTo>
                  <a:pt x="4739427" y="1662343"/>
                </a:lnTo>
                <a:lnTo>
                  <a:pt x="0" y="1662343"/>
                </a:lnTo>
                <a:lnTo>
                  <a:pt x="0" y="0"/>
                </a:lnTo>
                <a:close/>
              </a:path>
            </a:pathLst>
          </a:custGeom>
          <a:blipFill>
            <a:blip r:embed="rId6"/>
            <a:stretch>
              <a:fillRect l="-11615" t="0" r="-1272" b="-6210"/>
            </a:stretch>
          </a:blipFill>
        </p:spPr>
      </p:sp>
      <p:sp>
        <p:nvSpPr>
          <p:cNvPr name="TextBox 11" id="11"/>
          <p:cNvSpPr txBox="true"/>
          <p:nvPr/>
        </p:nvSpPr>
        <p:spPr>
          <a:xfrm rot="0">
            <a:off x="1928702" y="9374341"/>
            <a:ext cx="3631063" cy="345235"/>
          </a:xfrm>
          <a:prstGeom prst="rect">
            <a:avLst/>
          </a:prstGeom>
        </p:spPr>
        <p:txBody>
          <a:bodyPr anchor="t" rtlCol="false" tIns="0" lIns="0" bIns="0" rIns="0">
            <a:spAutoFit/>
          </a:bodyPr>
          <a:lstStyle/>
          <a:p>
            <a:pPr algn="l">
              <a:lnSpc>
                <a:spcPts val="2557"/>
              </a:lnSpc>
              <a:spcBef>
                <a:spcPct val="0"/>
              </a:spcBef>
            </a:pPr>
            <a:r>
              <a:rPr lang="en-US" sz="2458">
                <a:solidFill>
                  <a:srgbClr val="FFFFFF"/>
                </a:solidFill>
                <a:latin typeface="Raleway"/>
                <a:ea typeface="Raleway"/>
                <a:cs typeface="Raleway"/>
                <a:sym typeface="Raleway"/>
              </a:rPr>
              <a:t>Presented by</a:t>
            </a:r>
          </a:p>
        </p:txBody>
      </p:sp>
      <p:sp>
        <p:nvSpPr>
          <p:cNvPr name="TextBox 12" id="12"/>
          <p:cNvSpPr txBox="true"/>
          <p:nvPr/>
        </p:nvSpPr>
        <p:spPr>
          <a:xfrm rot="0">
            <a:off x="4298416" y="9335924"/>
            <a:ext cx="3631063" cy="422070"/>
          </a:xfrm>
          <a:prstGeom prst="rect">
            <a:avLst/>
          </a:prstGeom>
        </p:spPr>
        <p:txBody>
          <a:bodyPr anchor="t" rtlCol="false" tIns="0" lIns="0" bIns="0" rIns="0">
            <a:spAutoFit/>
          </a:bodyPr>
          <a:lstStyle/>
          <a:p>
            <a:pPr algn="l">
              <a:lnSpc>
                <a:spcPts val="3076"/>
              </a:lnSpc>
              <a:spcBef>
                <a:spcPct val="0"/>
              </a:spcBef>
            </a:pPr>
            <a:r>
              <a:rPr lang="en-US" b="true" sz="2958">
                <a:solidFill>
                  <a:srgbClr val="FFFFFF"/>
                </a:solidFill>
                <a:latin typeface="Raleway Bold"/>
                <a:ea typeface="Raleway Bold"/>
                <a:cs typeface="Raleway Bold"/>
                <a:sym typeface="Raleway Bold"/>
              </a:rPr>
              <a:t>VICTOR A.I</a:t>
            </a:r>
          </a:p>
        </p:txBody>
      </p:sp>
      <p:sp>
        <p:nvSpPr>
          <p:cNvPr name="TextBox 13" id="13"/>
          <p:cNvSpPr txBox="true"/>
          <p:nvPr/>
        </p:nvSpPr>
        <p:spPr>
          <a:xfrm rot="0">
            <a:off x="15309115" y="9072819"/>
            <a:ext cx="1716617" cy="345235"/>
          </a:xfrm>
          <a:prstGeom prst="rect">
            <a:avLst/>
          </a:prstGeom>
        </p:spPr>
        <p:txBody>
          <a:bodyPr anchor="t" rtlCol="false" tIns="0" lIns="0" bIns="0" rIns="0">
            <a:spAutoFit/>
          </a:bodyPr>
          <a:lstStyle/>
          <a:p>
            <a:pPr algn="l">
              <a:lnSpc>
                <a:spcPts val="2557"/>
              </a:lnSpc>
              <a:spcBef>
                <a:spcPct val="0"/>
              </a:spcBef>
            </a:pPr>
            <a:r>
              <a:rPr lang="en-US" sz="2458">
                <a:solidFill>
                  <a:srgbClr val="FFFFFF"/>
                </a:solidFill>
                <a:latin typeface="Raleway"/>
                <a:ea typeface="Raleway"/>
                <a:cs typeface="Raleway"/>
                <a:sym typeface="Raleway"/>
              </a:rPr>
              <a:t>Next Slide</a:t>
            </a:r>
          </a:p>
        </p:txBody>
      </p:sp>
      <p:sp>
        <p:nvSpPr>
          <p:cNvPr name="TextBox 14" id="14"/>
          <p:cNvSpPr txBox="true"/>
          <p:nvPr/>
        </p:nvSpPr>
        <p:spPr>
          <a:xfrm rot="-5400000">
            <a:off x="129306" y="8871810"/>
            <a:ext cx="1078468" cy="243254"/>
          </a:xfrm>
          <a:prstGeom prst="rect">
            <a:avLst/>
          </a:prstGeom>
        </p:spPr>
        <p:txBody>
          <a:bodyPr anchor="t" rtlCol="false" tIns="0" lIns="0" bIns="0" rIns="0">
            <a:spAutoFit/>
          </a:bodyPr>
          <a:lstStyle/>
          <a:p>
            <a:pPr algn="ctr">
              <a:lnSpc>
                <a:spcPts val="1725"/>
              </a:lnSpc>
              <a:spcBef>
                <a:spcPct val="0"/>
              </a:spcBef>
            </a:pPr>
            <a:r>
              <a:rPr lang="en-US" sz="1658">
                <a:solidFill>
                  <a:srgbClr val="FFFFFF"/>
                </a:solidFill>
                <a:latin typeface="Raleway"/>
                <a:ea typeface="Raleway"/>
                <a:cs typeface="Raleway"/>
                <a:sym typeface="Raleway"/>
              </a:rPr>
              <a:t>Page 13</a:t>
            </a:r>
          </a:p>
        </p:txBody>
      </p:sp>
      <p:sp>
        <p:nvSpPr>
          <p:cNvPr name="TextBox 15" id="15"/>
          <p:cNvSpPr txBox="true"/>
          <p:nvPr/>
        </p:nvSpPr>
        <p:spPr>
          <a:xfrm rot="0">
            <a:off x="16315179" y="1221648"/>
            <a:ext cx="944121" cy="291514"/>
          </a:xfrm>
          <a:prstGeom prst="rect">
            <a:avLst/>
          </a:prstGeom>
        </p:spPr>
        <p:txBody>
          <a:bodyPr anchor="t" rtlCol="false" tIns="0" lIns="0" bIns="0" rIns="0">
            <a:spAutoFit/>
          </a:bodyPr>
          <a:lstStyle/>
          <a:p>
            <a:pPr algn="l">
              <a:lnSpc>
                <a:spcPts val="2245"/>
              </a:lnSpc>
              <a:spcBef>
                <a:spcPct val="0"/>
              </a:spcBef>
            </a:pPr>
            <a:r>
              <a:rPr lang="en-US" sz="2158">
                <a:solidFill>
                  <a:srgbClr val="FFFFFF"/>
                </a:solidFill>
                <a:latin typeface="Montserrat"/>
                <a:ea typeface="Montserrat"/>
                <a:cs typeface="Montserrat"/>
                <a:sym typeface="Montserrat"/>
              </a:rPr>
              <a:t>2025</a:t>
            </a:r>
          </a:p>
        </p:txBody>
      </p:sp>
      <p:sp>
        <p:nvSpPr>
          <p:cNvPr name="TextBox 16" id="16"/>
          <p:cNvSpPr txBox="true"/>
          <p:nvPr/>
        </p:nvSpPr>
        <p:spPr>
          <a:xfrm rot="0">
            <a:off x="1928702" y="4858935"/>
            <a:ext cx="13766801" cy="3333238"/>
          </a:xfrm>
          <a:prstGeom prst="rect">
            <a:avLst/>
          </a:prstGeom>
        </p:spPr>
        <p:txBody>
          <a:bodyPr anchor="t" rtlCol="false" tIns="0" lIns="0" bIns="0" rIns="0">
            <a:spAutoFit/>
          </a:bodyPr>
          <a:lstStyle/>
          <a:p>
            <a:pPr algn="l">
              <a:lnSpc>
                <a:spcPts val="6638"/>
              </a:lnSpc>
            </a:pPr>
            <a:r>
              <a:rPr lang="en-US" sz="4741" spc="66">
                <a:solidFill>
                  <a:srgbClr val="FFFFFF"/>
                </a:solidFill>
                <a:latin typeface="Raleway"/>
                <a:ea typeface="Raleway"/>
                <a:cs typeface="Raleway"/>
                <a:sym typeface="Raleway"/>
              </a:rPr>
              <a:t>You carry creative potential from God.</a:t>
            </a:r>
          </a:p>
          <a:p>
            <a:pPr algn="l">
              <a:lnSpc>
                <a:spcPts val="6638"/>
              </a:lnSpc>
            </a:pPr>
            <a:r>
              <a:rPr lang="en-US" sz="4741" spc="66">
                <a:solidFill>
                  <a:srgbClr val="FFFFFF"/>
                </a:solidFill>
                <a:latin typeface="Raleway"/>
                <a:ea typeface="Raleway"/>
                <a:cs typeface="Raleway"/>
                <a:sym typeface="Raleway"/>
              </a:rPr>
              <a:t>Start with your phone, build with excellence.</a:t>
            </a:r>
          </a:p>
          <a:p>
            <a:pPr algn="l">
              <a:lnSpc>
                <a:spcPts val="6638"/>
              </a:lnSpc>
            </a:pPr>
            <a:r>
              <a:rPr lang="en-US" sz="4741" spc="66">
                <a:solidFill>
                  <a:srgbClr val="FFFFFF"/>
                </a:solidFill>
                <a:latin typeface="Raleway"/>
                <a:ea typeface="Raleway"/>
                <a:cs typeface="Raleway"/>
                <a:sym typeface="Raleway"/>
              </a:rPr>
              <a:t>Let your creativity serve purpose and people.</a:t>
            </a:r>
          </a:p>
          <a:p>
            <a:pPr algn="l">
              <a:lnSpc>
                <a:spcPts val="6638"/>
              </a:lnSpc>
            </a:pPr>
            <a:r>
              <a:rPr lang="en-US" sz="4741" spc="66">
                <a:solidFill>
                  <a:srgbClr val="FFFFFF"/>
                </a:solidFill>
                <a:latin typeface="Raleway"/>
                <a:ea typeface="Raleway"/>
                <a:cs typeface="Raleway"/>
                <a:sym typeface="Raleway"/>
              </a:rPr>
              <a:t>Your creativity can serve both God and men.</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0B0800"/>
        </a:solidFill>
      </p:bgPr>
    </p:bg>
    <p:spTree>
      <p:nvGrpSpPr>
        <p:cNvPr id="1" name=""/>
        <p:cNvGrpSpPr/>
        <p:nvPr/>
      </p:nvGrpSpPr>
      <p:grpSpPr>
        <a:xfrm>
          <a:off x="0" y="0"/>
          <a:ext cx="0" cy="0"/>
          <a:chOff x="0" y="0"/>
          <a:chExt cx="0" cy="0"/>
        </a:xfrm>
      </p:grpSpPr>
      <p:sp>
        <p:nvSpPr>
          <p:cNvPr name="Freeform 2" id="2"/>
          <p:cNvSpPr/>
          <p:nvPr/>
        </p:nvSpPr>
        <p:spPr>
          <a:xfrm flipH="false" flipV="false" rot="0">
            <a:off x="-12329008" y="1513162"/>
            <a:ext cx="17956749" cy="18046984"/>
          </a:xfrm>
          <a:custGeom>
            <a:avLst/>
            <a:gdLst/>
            <a:ahLst/>
            <a:cxnLst/>
            <a:rect r="r" b="b" t="t" l="l"/>
            <a:pathLst>
              <a:path h="18046984" w="17956749">
                <a:moveTo>
                  <a:pt x="0" y="0"/>
                </a:moveTo>
                <a:lnTo>
                  <a:pt x="17956749" y="0"/>
                </a:lnTo>
                <a:lnTo>
                  <a:pt x="17956749" y="18046985"/>
                </a:lnTo>
                <a:lnTo>
                  <a:pt x="0" y="18046985"/>
                </a:lnTo>
                <a:lnTo>
                  <a:pt x="0" y="0"/>
                </a:lnTo>
                <a:close/>
              </a:path>
            </a:pathLst>
          </a:custGeom>
          <a:blipFill>
            <a:blip r:embed="rId2"/>
            <a:stretch>
              <a:fillRect l="0" t="0" r="0" b="0"/>
            </a:stretch>
          </a:blipFill>
        </p:spPr>
      </p:sp>
      <p:sp>
        <p:nvSpPr>
          <p:cNvPr name="Freeform 3" id="3"/>
          <p:cNvSpPr/>
          <p:nvPr/>
        </p:nvSpPr>
        <p:spPr>
          <a:xfrm flipH="false" flipV="false" rot="0">
            <a:off x="6330741" y="-10904054"/>
            <a:ext cx="17956749" cy="18046984"/>
          </a:xfrm>
          <a:custGeom>
            <a:avLst/>
            <a:gdLst/>
            <a:ahLst/>
            <a:cxnLst/>
            <a:rect r="r" b="b" t="t" l="l"/>
            <a:pathLst>
              <a:path h="18046984" w="17956749">
                <a:moveTo>
                  <a:pt x="0" y="0"/>
                </a:moveTo>
                <a:lnTo>
                  <a:pt x="17956749" y="0"/>
                </a:lnTo>
                <a:lnTo>
                  <a:pt x="17956749" y="18046984"/>
                </a:lnTo>
                <a:lnTo>
                  <a:pt x="0" y="18046984"/>
                </a:lnTo>
                <a:lnTo>
                  <a:pt x="0" y="0"/>
                </a:lnTo>
                <a:close/>
              </a:path>
            </a:pathLst>
          </a:custGeom>
          <a:blipFill>
            <a:blip r:embed="rId2"/>
            <a:stretch>
              <a:fillRect l="0" t="0" r="0" b="0"/>
            </a:stretch>
          </a:blipFill>
        </p:spPr>
      </p:sp>
      <p:sp>
        <p:nvSpPr>
          <p:cNvPr name="TextBox 4" id="4"/>
          <p:cNvSpPr txBox="true"/>
          <p:nvPr/>
        </p:nvSpPr>
        <p:spPr>
          <a:xfrm rot="0">
            <a:off x="1928702" y="3929625"/>
            <a:ext cx="15758540" cy="1927430"/>
          </a:xfrm>
          <a:prstGeom prst="rect">
            <a:avLst/>
          </a:prstGeom>
        </p:spPr>
        <p:txBody>
          <a:bodyPr anchor="t" rtlCol="false" tIns="0" lIns="0" bIns="0" rIns="0">
            <a:spAutoFit/>
          </a:bodyPr>
          <a:lstStyle/>
          <a:p>
            <a:pPr algn="l">
              <a:lnSpc>
                <a:spcPts val="14521"/>
              </a:lnSpc>
              <a:spcBef>
                <a:spcPct val="0"/>
              </a:spcBef>
            </a:pPr>
            <a:r>
              <a:rPr lang="en-US" b="true" sz="13963">
                <a:solidFill>
                  <a:srgbClr val="FFFFFF"/>
                </a:solidFill>
                <a:latin typeface="Raleway Bold"/>
                <a:ea typeface="Raleway Bold"/>
                <a:cs typeface="Raleway Bold"/>
                <a:sym typeface="Raleway Bold"/>
              </a:rPr>
              <a:t>Q&amp;A + Interaction</a:t>
            </a:r>
          </a:p>
        </p:txBody>
      </p:sp>
      <p:sp>
        <p:nvSpPr>
          <p:cNvPr name="Freeform 5" id="5"/>
          <p:cNvSpPr/>
          <p:nvPr/>
        </p:nvSpPr>
        <p:spPr>
          <a:xfrm flipH="false" flipV="false" rot="0">
            <a:off x="8687748" y="7142930"/>
            <a:ext cx="912505" cy="912505"/>
          </a:xfrm>
          <a:custGeom>
            <a:avLst/>
            <a:gdLst/>
            <a:ahLst/>
            <a:cxnLst/>
            <a:rect r="r" b="b" t="t" l="l"/>
            <a:pathLst>
              <a:path h="912505" w="912505">
                <a:moveTo>
                  <a:pt x="0" y="0"/>
                </a:moveTo>
                <a:lnTo>
                  <a:pt x="912504" y="0"/>
                </a:lnTo>
                <a:lnTo>
                  <a:pt x="912504" y="912505"/>
                </a:lnTo>
                <a:lnTo>
                  <a:pt x="0" y="91250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6" id="6"/>
          <p:cNvGrpSpPr/>
          <p:nvPr/>
        </p:nvGrpSpPr>
        <p:grpSpPr>
          <a:xfrm rot="0">
            <a:off x="15361577" y="986553"/>
            <a:ext cx="667852" cy="667852"/>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lnTo>
                    <a:pt x="485289" y="111986"/>
                  </a:lnTo>
                  <a:lnTo>
                    <a:pt x="609600" y="54447"/>
                  </a:lnTo>
                  <a:lnTo>
                    <a:pt x="621927" y="190873"/>
                  </a:lnTo>
                  <a:lnTo>
                    <a:pt x="758353" y="203200"/>
                  </a:lnTo>
                  <a:lnTo>
                    <a:pt x="700814" y="327511"/>
                  </a:lnTo>
                  <a:lnTo>
                    <a:pt x="812800" y="406400"/>
                  </a:lnTo>
                  <a:lnTo>
                    <a:pt x="700814" y="485289"/>
                  </a:lnTo>
                  <a:lnTo>
                    <a:pt x="758353" y="609600"/>
                  </a:lnTo>
                  <a:lnTo>
                    <a:pt x="621927" y="621927"/>
                  </a:lnTo>
                  <a:lnTo>
                    <a:pt x="609600" y="758353"/>
                  </a:lnTo>
                  <a:lnTo>
                    <a:pt x="485289" y="700814"/>
                  </a:lnTo>
                  <a:lnTo>
                    <a:pt x="406400" y="812800"/>
                  </a:lnTo>
                  <a:lnTo>
                    <a:pt x="327511" y="700814"/>
                  </a:lnTo>
                  <a:lnTo>
                    <a:pt x="203200" y="758353"/>
                  </a:lnTo>
                  <a:lnTo>
                    <a:pt x="190873" y="621927"/>
                  </a:lnTo>
                  <a:lnTo>
                    <a:pt x="54447" y="609600"/>
                  </a:lnTo>
                  <a:lnTo>
                    <a:pt x="111986" y="485289"/>
                  </a:lnTo>
                  <a:lnTo>
                    <a:pt x="0" y="406400"/>
                  </a:lnTo>
                  <a:lnTo>
                    <a:pt x="111986" y="327511"/>
                  </a:lnTo>
                  <a:lnTo>
                    <a:pt x="54447" y="203200"/>
                  </a:lnTo>
                  <a:lnTo>
                    <a:pt x="190873" y="190873"/>
                  </a:lnTo>
                  <a:lnTo>
                    <a:pt x="203200" y="54447"/>
                  </a:lnTo>
                  <a:lnTo>
                    <a:pt x="327511" y="111986"/>
                  </a:lnTo>
                  <a:lnTo>
                    <a:pt x="406400" y="0"/>
                  </a:lnTo>
                  <a:close/>
                </a:path>
              </a:pathLst>
            </a:custGeom>
            <a:solidFill>
              <a:srgbClr val="F2F1EB"/>
            </a:solidFill>
          </p:spPr>
        </p:sp>
        <p:sp>
          <p:nvSpPr>
            <p:cNvPr name="TextBox 8" id="8"/>
            <p:cNvSpPr txBox="true"/>
            <p:nvPr/>
          </p:nvSpPr>
          <p:spPr>
            <a:xfrm>
              <a:off x="127000" y="155575"/>
              <a:ext cx="558800" cy="530225"/>
            </a:xfrm>
            <a:prstGeom prst="rect">
              <a:avLst/>
            </a:prstGeom>
          </p:spPr>
          <p:txBody>
            <a:bodyPr anchor="ctr" rtlCol="false" tIns="50800" lIns="50800" bIns="50800" rIns="50800"/>
            <a:lstStyle/>
            <a:p>
              <a:pPr algn="ctr">
                <a:lnSpc>
                  <a:spcPts val="2661"/>
                </a:lnSpc>
              </a:pPr>
            </a:p>
          </p:txBody>
        </p:sp>
      </p:grpSp>
      <p:sp>
        <p:nvSpPr>
          <p:cNvPr name="Freeform 9" id="9"/>
          <p:cNvSpPr/>
          <p:nvPr/>
        </p:nvSpPr>
        <p:spPr>
          <a:xfrm flipH="true" flipV="false" rot="0">
            <a:off x="16998830" y="8999755"/>
            <a:ext cx="416017" cy="418299"/>
          </a:xfrm>
          <a:custGeom>
            <a:avLst/>
            <a:gdLst/>
            <a:ahLst/>
            <a:cxnLst/>
            <a:rect r="r" b="b" t="t" l="l"/>
            <a:pathLst>
              <a:path h="418299" w="416017">
                <a:moveTo>
                  <a:pt x="416017" y="0"/>
                </a:moveTo>
                <a:lnTo>
                  <a:pt x="0" y="0"/>
                </a:lnTo>
                <a:lnTo>
                  <a:pt x="0" y="418299"/>
                </a:lnTo>
                <a:lnTo>
                  <a:pt x="416017" y="418299"/>
                </a:lnTo>
                <a:lnTo>
                  <a:pt x="416017" y="0"/>
                </a:lnTo>
                <a:close/>
              </a:path>
            </a:pathLst>
          </a:custGeom>
          <a:blipFill>
            <a:blip r:embed="rId5"/>
            <a:stretch>
              <a:fillRect l="0" t="0" r="0" b="0"/>
            </a:stretch>
          </a:blipFill>
        </p:spPr>
      </p:sp>
      <p:sp>
        <p:nvSpPr>
          <p:cNvPr name="Freeform 10" id="10"/>
          <p:cNvSpPr/>
          <p:nvPr/>
        </p:nvSpPr>
        <p:spPr>
          <a:xfrm flipH="false" flipV="false" rot="0">
            <a:off x="1928702" y="361902"/>
            <a:ext cx="4739427" cy="1662343"/>
          </a:xfrm>
          <a:custGeom>
            <a:avLst/>
            <a:gdLst/>
            <a:ahLst/>
            <a:cxnLst/>
            <a:rect r="r" b="b" t="t" l="l"/>
            <a:pathLst>
              <a:path h="1662343" w="4739427">
                <a:moveTo>
                  <a:pt x="0" y="0"/>
                </a:moveTo>
                <a:lnTo>
                  <a:pt x="4739427" y="0"/>
                </a:lnTo>
                <a:lnTo>
                  <a:pt x="4739427" y="1662343"/>
                </a:lnTo>
                <a:lnTo>
                  <a:pt x="0" y="1662343"/>
                </a:lnTo>
                <a:lnTo>
                  <a:pt x="0" y="0"/>
                </a:lnTo>
                <a:close/>
              </a:path>
            </a:pathLst>
          </a:custGeom>
          <a:blipFill>
            <a:blip r:embed="rId6"/>
            <a:stretch>
              <a:fillRect l="-11615" t="0" r="-1272" b="-6210"/>
            </a:stretch>
          </a:blipFill>
        </p:spPr>
      </p:sp>
      <p:sp>
        <p:nvSpPr>
          <p:cNvPr name="TextBox 11" id="11"/>
          <p:cNvSpPr txBox="true"/>
          <p:nvPr/>
        </p:nvSpPr>
        <p:spPr>
          <a:xfrm rot="0">
            <a:off x="1928702" y="9374341"/>
            <a:ext cx="3631063" cy="345235"/>
          </a:xfrm>
          <a:prstGeom prst="rect">
            <a:avLst/>
          </a:prstGeom>
        </p:spPr>
        <p:txBody>
          <a:bodyPr anchor="t" rtlCol="false" tIns="0" lIns="0" bIns="0" rIns="0">
            <a:spAutoFit/>
          </a:bodyPr>
          <a:lstStyle/>
          <a:p>
            <a:pPr algn="l">
              <a:lnSpc>
                <a:spcPts val="2557"/>
              </a:lnSpc>
              <a:spcBef>
                <a:spcPct val="0"/>
              </a:spcBef>
            </a:pPr>
            <a:r>
              <a:rPr lang="en-US" sz="2458">
                <a:solidFill>
                  <a:srgbClr val="FFFFFF"/>
                </a:solidFill>
                <a:latin typeface="Raleway"/>
                <a:ea typeface="Raleway"/>
                <a:cs typeface="Raleway"/>
                <a:sym typeface="Raleway"/>
              </a:rPr>
              <a:t>Presented by</a:t>
            </a:r>
          </a:p>
        </p:txBody>
      </p:sp>
      <p:sp>
        <p:nvSpPr>
          <p:cNvPr name="TextBox 12" id="12"/>
          <p:cNvSpPr txBox="true"/>
          <p:nvPr/>
        </p:nvSpPr>
        <p:spPr>
          <a:xfrm rot="0">
            <a:off x="4298416" y="9335924"/>
            <a:ext cx="3631063" cy="422070"/>
          </a:xfrm>
          <a:prstGeom prst="rect">
            <a:avLst/>
          </a:prstGeom>
        </p:spPr>
        <p:txBody>
          <a:bodyPr anchor="t" rtlCol="false" tIns="0" lIns="0" bIns="0" rIns="0">
            <a:spAutoFit/>
          </a:bodyPr>
          <a:lstStyle/>
          <a:p>
            <a:pPr algn="l">
              <a:lnSpc>
                <a:spcPts val="3076"/>
              </a:lnSpc>
              <a:spcBef>
                <a:spcPct val="0"/>
              </a:spcBef>
            </a:pPr>
            <a:r>
              <a:rPr lang="en-US" b="true" sz="2958">
                <a:solidFill>
                  <a:srgbClr val="FFFFFF"/>
                </a:solidFill>
                <a:latin typeface="Raleway Bold"/>
                <a:ea typeface="Raleway Bold"/>
                <a:cs typeface="Raleway Bold"/>
                <a:sym typeface="Raleway Bold"/>
              </a:rPr>
              <a:t>VICTOR A.I</a:t>
            </a:r>
          </a:p>
        </p:txBody>
      </p:sp>
      <p:sp>
        <p:nvSpPr>
          <p:cNvPr name="TextBox 13" id="13"/>
          <p:cNvSpPr txBox="true"/>
          <p:nvPr/>
        </p:nvSpPr>
        <p:spPr>
          <a:xfrm rot="0">
            <a:off x="15309115" y="9072819"/>
            <a:ext cx="1716617" cy="345235"/>
          </a:xfrm>
          <a:prstGeom prst="rect">
            <a:avLst/>
          </a:prstGeom>
        </p:spPr>
        <p:txBody>
          <a:bodyPr anchor="t" rtlCol="false" tIns="0" lIns="0" bIns="0" rIns="0">
            <a:spAutoFit/>
          </a:bodyPr>
          <a:lstStyle/>
          <a:p>
            <a:pPr algn="l">
              <a:lnSpc>
                <a:spcPts val="2557"/>
              </a:lnSpc>
              <a:spcBef>
                <a:spcPct val="0"/>
              </a:spcBef>
            </a:pPr>
            <a:r>
              <a:rPr lang="en-US" sz="2458">
                <a:solidFill>
                  <a:srgbClr val="FFFFFF"/>
                </a:solidFill>
                <a:latin typeface="Raleway"/>
                <a:ea typeface="Raleway"/>
                <a:cs typeface="Raleway"/>
                <a:sym typeface="Raleway"/>
              </a:rPr>
              <a:t>Next Slide</a:t>
            </a:r>
          </a:p>
        </p:txBody>
      </p:sp>
      <p:sp>
        <p:nvSpPr>
          <p:cNvPr name="TextBox 14" id="14"/>
          <p:cNvSpPr txBox="true"/>
          <p:nvPr/>
        </p:nvSpPr>
        <p:spPr>
          <a:xfrm rot="-5400000">
            <a:off x="129306" y="8871810"/>
            <a:ext cx="1078468" cy="243254"/>
          </a:xfrm>
          <a:prstGeom prst="rect">
            <a:avLst/>
          </a:prstGeom>
        </p:spPr>
        <p:txBody>
          <a:bodyPr anchor="t" rtlCol="false" tIns="0" lIns="0" bIns="0" rIns="0">
            <a:spAutoFit/>
          </a:bodyPr>
          <a:lstStyle/>
          <a:p>
            <a:pPr algn="ctr">
              <a:lnSpc>
                <a:spcPts val="1725"/>
              </a:lnSpc>
              <a:spcBef>
                <a:spcPct val="0"/>
              </a:spcBef>
            </a:pPr>
            <a:r>
              <a:rPr lang="en-US" sz="1658">
                <a:solidFill>
                  <a:srgbClr val="FFFFFF"/>
                </a:solidFill>
                <a:latin typeface="Raleway"/>
                <a:ea typeface="Raleway"/>
                <a:cs typeface="Raleway"/>
                <a:sym typeface="Raleway"/>
              </a:rPr>
              <a:t>Page 14</a:t>
            </a:r>
          </a:p>
        </p:txBody>
      </p:sp>
      <p:sp>
        <p:nvSpPr>
          <p:cNvPr name="TextBox 15" id="15"/>
          <p:cNvSpPr txBox="true"/>
          <p:nvPr/>
        </p:nvSpPr>
        <p:spPr>
          <a:xfrm rot="0">
            <a:off x="16315179" y="1221648"/>
            <a:ext cx="944121" cy="291514"/>
          </a:xfrm>
          <a:prstGeom prst="rect">
            <a:avLst/>
          </a:prstGeom>
        </p:spPr>
        <p:txBody>
          <a:bodyPr anchor="t" rtlCol="false" tIns="0" lIns="0" bIns="0" rIns="0">
            <a:spAutoFit/>
          </a:bodyPr>
          <a:lstStyle/>
          <a:p>
            <a:pPr algn="l">
              <a:lnSpc>
                <a:spcPts val="2245"/>
              </a:lnSpc>
              <a:spcBef>
                <a:spcPct val="0"/>
              </a:spcBef>
            </a:pPr>
            <a:r>
              <a:rPr lang="en-US" sz="2158">
                <a:solidFill>
                  <a:srgbClr val="FFFFFF"/>
                </a:solidFill>
                <a:latin typeface="Montserrat"/>
                <a:ea typeface="Montserrat"/>
                <a:cs typeface="Montserrat"/>
                <a:sym typeface="Montserrat"/>
              </a:rPr>
              <a:t>2025</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0B0800"/>
        </a:solidFill>
      </p:bgPr>
    </p:bg>
    <p:spTree>
      <p:nvGrpSpPr>
        <p:cNvPr id="1" name=""/>
        <p:cNvGrpSpPr/>
        <p:nvPr/>
      </p:nvGrpSpPr>
      <p:grpSpPr>
        <a:xfrm>
          <a:off x="0" y="0"/>
          <a:ext cx="0" cy="0"/>
          <a:chOff x="0" y="0"/>
          <a:chExt cx="0" cy="0"/>
        </a:xfrm>
      </p:grpSpPr>
      <p:sp>
        <p:nvSpPr>
          <p:cNvPr name="Freeform 2" id="2"/>
          <p:cNvSpPr/>
          <p:nvPr/>
        </p:nvSpPr>
        <p:spPr>
          <a:xfrm flipH="false" flipV="false" rot="0">
            <a:off x="-12329008" y="1513162"/>
            <a:ext cx="17956749" cy="18046984"/>
          </a:xfrm>
          <a:custGeom>
            <a:avLst/>
            <a:gdLst/>
            <a:ahLst/>
            <a:cxnLst/>
            <a:rect r="r" b="b" t="t" l="l"/>
            <a:pathLst>
              <a:path h="18046984" w="17956749">
                <a:moveTo>
                  <a:pt x="0" y="0"/>
                </a:moveTo>
                <a:lnTo>
                  <a:pt x="17956749" y="0"/>
                </a:lnTo>
                <a:lnTo>
                  <a:pt x="17956749" y="18046985"/>
                </a:lnTo>
                <a:lnTo>
                  <a:pt x="0" y="18046985"/>
                </a:lnTo>
                <a:lnTo>
                  <a:pt x="0" y="0"/>
                </a:lnTo>
                <a:close/>
              </a:path>
            </a:pathLst>
          </a:custGeom>
          <a:blipFill>
            <a:blip r:embed="rId2"/>
            <a:stretch>
              <a:fillRect l="0" t="0" r="0" b="0"/>
            </a:stretch>
          </a:blipFill>
        </p:spPr>
      </p:sp>
      <p:sp>
        <p:nvSpPr>
          <p:cNvPr name="Freeform 3" id="3"/>
          <p:cNvSpPr/>
          <p:nvPr/>
        </p:nvSpPr>
        <p:spPr>
          <a:xfrm flipH="false" flipV="false" rot="0">
            <a:off x="6330741" y="-10904054"/>
            <a:ext cx="17956749" cy="18046984"/>
          </a:xfrm>
          <a:custGeom>
            <a:avLst/>
            <a:gdLst/>
            <a:ahLst/>
            <a:cxnLst/>
            <a:rect r="r" b="b" t="t" l="l"/>
            <a:pathLst>
              <a:path h="18046984" w="17956749">
                <a:moveTo>
                  <a:pt x="0" y="0"/>
                </a:moveTo>
                <a:lnTo>
                  <a:pt x="17956749" y="0"/>
                </a:lnTo>
                <a:lnTo>
                  <a:pt x="17956749" y="18046984"/>
                </a:lnTo>
                <a:lnTo>
                  <a:pt x="0" y="18046984"/>
                </a:lnTo>
                <a:lnTo>
                  <a:pt x="0" y="0"/>
                </a:lnTo>
                <a:close/>
              </a:path>
            </a:pathLst>
          </a:custGeom>
          <a:blipFill>
            <a:blip r:embed="rId2"/>
            <a:stretch>
              <a:fillRect l="0" t="0" r="0" b="0"/>
            </a:stretch>
          </a:blipFill>
        </p:spPr>
      </p:sp>
      <p:sp>
        <p:nvSpPr>
          <p:cNvPr name="TextBox 4" id="4"/>
          <p:cNvSpPr txBox="true"/>
          <p:nvPr/>
        </p:nvSpPr>
        <p:spPr>
          <a:xfrm rot="0">
            <a:off x="3267450" y="3411209"/>
            <a:ext cx="12428053" cy="2640033"/>
          </a:xfrm>
          <a:prstGeom prst="rect">
            <a:avLst/>
          </a:prstGeom>
        </p:spPr>
        <p:txBody>
          <a:bodyPr anchor="t" rtlCol="false" tIns="0" lIns="0" bIns="0" rIns="0">
            <a:spAutoFit/>
          </a:bodyPr>
          <a:lstStyle/>
          <a:p>
            <a:pPr algn="l">
              <a:lnSpc>
                <a:spcPts val="20035"/>
              </a:lnSpc>
              <a:spcBef>
                <a:spcPct val="0"/>
              </a:spcBef>
            </a:pPr>
            <a:r>
              <a:rPr lang="en-US" b="true" sz="19265">
                <a:solidFill>
                  <a:srgbClr val="FFFFFF"/>
                </a:solidFill>
                <a:latin typeface="Raleway Bold"/>
                <a:ea typeface="Raleway Bold"/>
                <a:cs typeface="Raleway Bold"/>
                <a:sym typeface="Raleway Bold"/>
              </a:rPr>
              <a:t>Thank you </a:t>
            </a:r>
          </a:p>
        </p:txBody>
      </p:sp>
      <p:grpSp>
        <p:nvGrpSpPr>
          <p:cNvPr name="Group 5" id="5"/>
          <p:cNvGrpSpPr/>
          <p:nvPr/>
        </p:nvGrpSpPr>
        <p:grpSpPr>
          <a:xfrm rot="0">
            <a:off x="15361577" y="986553"/>
            <a:ext cx="667852" cy="667852"/>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lnTo>
                    <a:pt x="485289" y="111986"/>
                  </a:lnTo>
                  <a:lnTo>
                    <a:pt x="609600" y="54447"/>
                  </a:lnTo>
                  <a:lnTo>
                    <a:pt x="621927" y="190873"/>
                  </a:lnTo>
                  <a:lnTo>
                    <a:pt x="758353" y="203200"/>
                  </a:lnTo>
                  <a:lnTo>
                    <a:pt x="700814" y="327511"/>
                  </a:lnTo>
                  <a:lnTo>
                    <a:pt x="812800" y="406400"/>
                  </a:lnTo>
                  <a:lnTo>
                    <a:pt x="700814" y="485289"/>
                  </a:lnTo>
                  <a:lnTo>
                    <a:pt x="758353" y="609600"/>
                  </a:lnTo>
                  <a:lnTo>
                    <a:pt x="621927" y="621927"/>
                  </a:lnTo>
                  <a:lnTo>
                    <a:pt x="609600" y="758353"/>
                  </a:lnTo>
                  <a:lnTo>
                    <a:pt x="485289" y="700814"/>
                  </a:lnTo>
                  <a:lnTo>
                    <a:pt x="406400" y="812800"/>
                  </a:lnTo>
                  <a:lnTo>
                    <a:pt x="327511" y="700814"/>
                  </a:lnTo>
                  <a:lnTo>
                    <a:pt x="203200" y="758353"/>
                  </a:lnTo>
                  <a:lnTo>
                    <a:pt x="190873" y="621927"/>
                  </a:lnTo>
                  <a:lnTo>
                    <a:pt x="54447" y="609600"/>
                  </a:lnTo>
                  <a:lnTo>
                    <a:pt x="111986" y="485289"/>
                  </a:lnTo>
                  <a:lnTo>
                    <a:pt x="0" y="406400"/>
                  </a:lnTo>
                  <a:lnTo>
                    <a:pt x="111986" y="327511"/>
                  </a:lnTo>
                  <a:lnTo>
                    <a:pt x="54447" y="203200"/>
                  </a:lnTo>
                  <a:lnTo>
                    <a:pt x="190873" y="190873"/>
                  </a:lnTo>
                  <a:lnTo>
                    <a:pt x="203200" y="54447"/>
                  </a:lnTo>
                  <a:lnTo>
                    <a:pt x="327511" y="111986"/>
                  </a:lnTo>
                  <a:lnTo>
                    <a:pt x="406400" y="0"/>
                  </a:lnTo>
                  <a:close/>
                </a:path>
              </a:pathLst>
            </a:custGeom>
            <a:solidFill>
              <a:srgbClr val="F2F1EB"/>
            </a:solidFill>
          </p:spPr>
        </p:sp>
        <p:sp>
          <p:nvSpPr>
            <p:cNvPr name="TextBox 7" id="7"/>
            <p:cNvSpPr txBox="true"/>
            <p:nvPr/>
          </p:nvSpPr>
          <p:spPr>
            <a:xfrm>
              <a:off x="127000" y="155575"/>
              <a:ext cx="558800" cy="530225"/>
            </a:xfrm>
            <a:prstGeom prst="rect">
              <a:avLst/>
            </a:prstGeom>
          </p:spPr>
          <p:txBody>
            <a:bodyPr anchor="ctr" rtlCol="false" tIns="50800" lIns="50800" bIns="50800" rIns="50800"/>
            <a:lstStyle/>
            <a:p>
              <a:pPr algn="ctr">
                <a:lnSpc>
                  <a:spcPts val="2661"/>
                </a:lnSpc>
              </a:pPr>
            </a:p>
          </p:txBody>
        </p:sp>
      </p:grpSp>
      <p:sp>
        <p:nvSpPr>
          <p:cNvPr name="Freeform 8" id="8"/>
          <p:cNvSpPr/>
          <p:nvPr/>
        </p:nvSpPr>
        <p:spPr>
          <a:xfrm flipH="true" flipV="false" rot="0">
            <a:off x="16998830" y="8999755"/>
            <a:ext cx="416017" cy="418299"/>
          </a:xfrm>
          <a:custGeom>
            <a:avLst/>
            <a:gdLst/>
            <a:ahLst/>
            <a:cxnLst/>
            <a:rect r="r" b="b" t="t" l="l"/>
            <a:pathLst>
              <a:path h="418299" w="416017">
                <a:moveTo>
                  <a:pt x="416017" y="0"/>
                </a:moveTo>
                <a:lnTo>
                  <a:pt x="0" y="0"/>
                </a:lnTo>
                <a:lnTo>
                  <a:pt x="0" y="418299"/>
                </a:lnTo>
                <a:lnTo>
                  <a:pt x="416017" y="418299"/>
                </a:lnTo>
                <a:lnTo>
                  <a:pt x="416017" y="0"/>
                </a:lnTo>
                <a:close/>
              </a:path>
            </a:pathLst>
          </a:custGeom>
          <a:blipFill>
            <a:blip r:embed="rId3"/>
            <a:stretch>
              <a:fillRect l="0" t="0" r="0" b="0"/>
            </a:stretch>
          </a:blipFill>
        </p:spPr>
      </p:sp>
      <p:sp>
        <p:nvSpPr>
          <p:cNvPr name="Freeform 9" id="9"/>
          <p:cNvSpPr/>
          <p:nvPr/>
        </p:nvSpPr>
        <p:spPr>
          <a:xfrm flipH="false" flipV="false" rot="0">
            <a:off x="1928702" y="361902"/>
            <a:ext cx="4739427" cy="1662343"/>
          </a:xfrm>
          <a:custGeom>
            <a:avLst/>
            <a:gdLst/>
            <a:ahLst/>
            <a:cxnLst/>
            <a:rect r="r" b="b" t="t" l="l"/>
            <a:pathLst>
              <a:path h="1662343" w="4739427">
                <a:moveTo>
                  <a:pt x="0" y="0"/>
                </a:moveTo>
                <a:lnTo>
                  <a:pt x="4739427" y="0"/>
                </a:lnTo>
                <a:lnTo>
                  <a:pt x="4739427" y="1662343"/>
                </a:lnTo>
                <a:lnTo>
                  <a:pt x="0" y="1662343"/>
                </a:lnTo>
                <a:lnTo>
                  <a:pt x="0" y="0"/>
                </a:lnTo>
                <a:close/>
              </a:path>
            </a:pathLst>
          </a:custGeom>
          <a:blipFill>
            <a:blip r:embed="rId4"/>
            <a:stretch>
              <a:fillRect l="-11615" t="0" r="-1272" b="-6210"/>
            </a:stretch>
          </a:blipFill>
        </p:spPr>
      </p:sp>
      <p:sp>
        <p:nvSpPr>
          <p:cNvPr name="TextBox 10" id="10"/>
          <p:cNvSpPr txBox="true"/>
          <p:nvPr/>
        </p:nvSpPr>
        <p:spPr>
          <a:xfrm rot="0">
            <a:off x="1928702" y="9374341"/>
            <a:ext cx="3631063" cy="345235"/>
          </a:xfrm>
          <a:prstGeom prst="rect">
            <a:avLst/>
          </a:prstGeom>
        </p:spPr>
        <p:txBody>
          <a:bodyPr anchor="t" rtlCol="false" tIns="0" lIns="0" bIns="0" rIns="0">
            <a:spAutoFit/>
          </a:bodyPr>
          <a:lstStyle/>
          <a:p>
            <a:pPr algn="l">
              <a:lnSpc>
                <a:spcPts val="2557"/>
              </a:lnSpc>
              <a:spcBef>
                <a:spcPct val="0"/>
              </a:spcBef>
            </a:pPr>
            <a:r>
              <a:rPr lang="en-US" sz="2458">
                <a:solidFill>
                  <a:srgbClr val="FFFFFF"/>
                </a:solidFill>
                <a:latin typeface="Raleway"/>
                <a:ea typeface="Raleway"/>
                <a:cs typeface="Raleway"/>
                <a:sym typeface="Raleway"/>
              </a:rPr>
              <a:t>Presented by</a:t>
            </a:r>
          </a:p>
        </p:txBody>
      </p:sp>
      <p:sp>
        <p:nvSpPr>
          <p:cNvPr name="TextBox 11" id="11"/>
          <p:cNvSpPr txBox="true"/>
          <p:nvPr/>
        </p:nvSpPr>
        <p:spPr>
          <a:xfrm rot="0">
            <a:off x="4298416" y="9335924"/>
            <a:ext cx="3631063" cy="422070"/>
          </a:xfrm>
          <a:prstGeom prst="rect">
            <a:avLst/>
          </a:prstGeom>
        </p:spPr>
        <p:txBody>
          <a:bodyPr anchor="t" rtlCol="false" tIns="0" lIns="0" bIns="0" rIns="0">
            <a:spAutoFit/>
          </a:bodyPr>
          <a:lstStyle/>
          <a:p>
            <a:pPr algn="l">
              <a:lnSpc>
                <a:spcPts val="3076"/>
              </a:lnSpc>
              <a:spcBef>
                <a:spcPct val="0"/>
              </a:spcBef>
            </a:pPr>
            <a:r>
              <a:rPr lang="en-US" b="true" sz="2958">
                <a:solidFill>
                  <a:srgbClr val="FFFFFF"/>
                </a:solidFill>
                <a:latin typeface="Raleway Bold"/>
                <a:ea typeface="Raleway Bold"/>
                <a:cs typeface="Raleway Bold"/>
                <a:sym typeface="Raleway Bold"/>
              </a:rPr>
              <a:t>VICTOR A.I</a:t>
            </a:r>
          </a:p>
        </p:txBody>
      </p:sp>
      <p:sp>
        <p:nvSpPr>
          <p:cNvPr name="TextBox 12" id="12"/>
          <p:cNvSpPr txBox="true"/>
          <p:nvPr/>
        </p:nvSpPr>
        <p:spPr>
          <a:xfrm rot="0">
            <a:off x="15309115" y="9072819"/>
            <a:ext cx="1716617" cy="345235"/>
          </a:xfrm>
          <a:prstGeom prst="rect">
            <a:avLst/>
          </a:prstGeom>
        </p:spPr>
        <p:txBody>
          <a:bodyPr anchor="t" rtlCol="false" tIns="0" lIns="0" bIns="0" rIns="0">
            <a:spAutoFit/>
          </a:bodyPr>
          <a:lstStyle/>
          <a:p>
            <a:pPr algn="l">
              <a:lnSpc>
                <a:spcPts val="2557"/>
              </a:lnSpc>
              <a:spcBef>
                <a:spcPct val="0"/>
              </a:spcBef>
            </a:pPr>
            <a:r>
              <a:rPr lang="en-US" sz="2458">
                <a:solidFill>
                  <a:srgbClr val="FFFFFF"/>
                </a:solidFill>
                <a:latin typeface="Raleway"/>
                <a:ea typeface="Raleway"/>
                <a:cs typeface="Raleway"/>
                <a:sym typeface="Raleway"/>
              </a:rPr>
              <a:t>Next Slide</a:t>
            </a:r>
          </a:p>
        </p:txBody>
      </p:sp>
      <p:sp>
        <p:nvSpPr>
          <p:cNvPr name="TextBox 13" id="13"/>
          <p:cNvSpPr txBox="true"/>
          <p:nvPr/>
        </p:nvSpPr>
        <p:spPr>
          <a:xfrm rot="-5400000">
            <a:off x="129306" y="8871810"/>
            <a:ext cx="1078468" cy="243254"/>
          </a:xfrm>
          <a:prstGeom prst="rect">
            <a:avLst/>
          </a:prstGeom>
        </p:spPr>
        <p:txBody>
          <a:bodyPr anchor="t" rtlCol="false" tIns="0" lIns="0" bIns="0" rIns="0">
            <a:spAutoFit/>
          </a:bodyPr>
          <a:lstStyle/>
          <a:p>
            <a:pPr algn="ctr">
              <a:lnSpc>
                <a:spcPts val="1725"/>
              </a:lnSpc>
              <a:spcBef>
                <a:spcPct val="0"/>
              </a:spcBef>
            </a:pPr>
            <a:r>
              <a:rPr lang="en-US" sz="1658">
                <a:solidFill>
                  <a:srgbClr val="FFFFFF"/>
                </a:solidFill>
                <a:latin typeface="Raleway"/>
                <a:ea typeface="Raleway"/>
                <a:cs typeface="Raleway"/>
                <a:sym typeface="Raleway"/>
              </a:rPr>
              <a:t>Page 15</a:t>
            </a:r>
          </a:p>
        </p:txBody>
      </p:sp>
      <p:sp>
        <p:nvSpPr>
          <p:cNvPr name="TextBox 14" id="14"/>
          <p:cNvSpPr txBox="true"/>
          <p:nvPr/>
        </p:nvSpPr>
        <p:spPr>
          <a:xfrm rot="0">
            <a:off x="16315179" y="1221648"/>
            <a:ext cx="944121" cy="291514"/>
          </a:xfrm>
          <a:prstGeom prst="rect">
            <a:avLst/>
          </a:prstGeom>
        </p:spPr>
        <p:txBody>
          <a:bodyPr anchor="t" rtlCol="false" tIns="0" lIns="0" bIns="0" rIns="0">
            <a:spAutoFit/>
          </a:bodyPr>
          <a:lstStyle/>
          <a:p>
            <a:pPr algn="l">
              <a:lnSpc>
                <a:spcPts val="2245"/>
              </a:lnSpc>
              <a:spcBef>
                <a:spcPct val="0"/>
              </a:spcBef>
            </a:pPr>
            <a:r>
              <a:rPr lang="en-US" sz="2158">
                <a:solidFill>
                  <a:srgbClr val="FFFFFF"/>
                </a:solidFill>
                <a:latin typeface="Montserrat"/>
                <a:ea typeface="Montserrat"/>
                <a:cs typeface="Montserrat"/>
                <a:sym typeface="Montserrat"/>
              </a:rPr>
              <a:t>2025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DAG18OrmfQM</dc:identifier>
  <dcterms:modified xsi:type="dcterms:W3CDTF">2011-08-01T06:04:30Z</dcterms:modified>
  <cp:revision>1</cp:revision>
  <dc:title>Purple Black Modern Marketing Plan Presentation</dc:title>
</cp:coreProperties>
</file>